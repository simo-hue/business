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analysis before the decision. Ten candidate markets: the eight where software may give company-specific legal answers, plus Germany and Austria for comparison. Five criteria, each scored one to five on sourced facts, unweighted. Read the first column: in the Netherlands, the Nordics, Poland and Belgium the adviser may speak as Regulift's own output. In Austria even legal information is reserved to lawyers; in Germany only generic rule-based output is safe. Germany and Italy score high on size, but the adviser would have to speak as the partner firm there. Switzerland scores but sits outside the EU, NIS2, the AI Act and the Lab. Sources: FILES/research-countries.md and FILES/research-legal-*.md.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follows the gate. We enter where the adviser is legal and the NIS2 trigger is live: the Netherlands first, then Sweden through one firm that covers the Nordics. Germany is the end goal and a hard market, so we do not arrive cold. Our Dutch and Swedish customers take their Expand pack to Germany, which brings the first German partner firm its first mandates. That firm signs the third layer, the adviser handles the first two under the Smartlaw safe harbour, and only then do we sell in Germany firm-led. NIS2 is the wedge in every column because it is the only law with a live national trigger in all three, and the only one whose rule set differs per country. The AI Act follows as the second module from the first quarter of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E"/>
        </a:solidFill>
      </p:bgPr>
    </p:bg>
    <p:spTree>
      <p:nvGrpSpPr>
        <p:cNvPr id="1" name=""/>
        <p:cNvGrpSpPr/>
        <p:nvPr/>
      </p:nvGrpSpPr>
      <p:grpSpPr>
        <a:xfrm>
          <a:off x="0" y="0"/>
          <a:ext cx="0" cy="0"/>
          <a:chOff x="0" y="0"/>
          <a:chExt cx="0" cy="0"/>
        </a:xfrm>
      </p:grpSpPr>
      <p:sp>
        <p:nvSpPr>
          <p:cNvPr id="2" name="Text 0"/>
          <p:cNvSpPr txBox="1"/>
          <p:nvPr/>
        </p:nvSpPr>
        <p:spPr>
          <a:xfrm>
            <a:off x="1143000" y="9857232"/>
            <a:ext cx="2743200" cy="320040"/>
          </a:xfrm>
          <a:prstGeom prst="rect">
            <a:avLst/>
          </a:prstGeom>
          <a:noFill/>
          <a:ln/>
        </p:spPr>
        <p:txBody>
          <a:bodyPr wrap="square" lIns="0" tIns="0" rIns="0" bIns="0" rtlCol="0" anchor="ctr"/>
          <a:lstStyle/>
          <a:p>
            <a:pPr indent="0" marL="0">
              <a:buNone/>
            </a:pPr>
            <a:r>
              <a:rPr lang="en-US" sz="1500" dirty="0">
                <a:solidFill>
                  <a:srgbClr val="1C2B2F"/>
                </a:solidFill>
                <a:latin typeface="Geist Medium" pitchFamily="34" charset="0"/>
                <a:ea typeface="Geist Medium" pitchFamily="34" charset="-122"/>
                <a:cs typeface="Geist Medium" pitchFamily="34" charset="-120"/>
              </a:rPr>
              <a:t>regulift</a:t>
            </a:r>
            <a:endParaRPr lang="en-US" sz="1500" dirty="0"/>
          </a:p>
        </p:txBody>
      </p:sp>
      <p:sp>
        <p:nvSpPr>
          <p:cNvPr id="3" name="Text 1"/>
          <p:cNvSpPr txBox="1"/>
          <p:nvPr/>
        </p:nvSpPr>
        <p:spPr>
          <a:xfrm>
            <a:off x="2468880" y="9857232"/>
            <a:ext cx="3657600" cy="320040"/>
          </a:xfrm>
          <a:prstGeom prst="rect">
            <a:avLst/>
          </a:prstGeom>
          <a:noFill/>
          <a:ln/>
        </p:spPr>
        <p:txBody>
          <a:bodyPr wrap="square" lIns="0" tIns="0" rIns="0" bIns="0" rtlCol="0" anchor="ctr"/>
          <a:lstStyle/>
          <a:p>
            <a:pPr indent="0" marL="0">
              <a:buNone/>
            </a:pPr>
            <a:r>
              <a:rPr lang="en-US" sz="1200" dirty="0">
                <a:solidFill>
                  <a:srgbClr val="8A9A9D"/>
                </a:solidFill>
                <a:latin typeface="Geist" pitchFamily="34" charset="0"/>
                <a:ea typeface="Geist" pitchFamily="34" charset="-122"/>
                <a:cs typeface="Geist" pitchFamily="34" charset="-120"/>
              </a:rPr>
              <a:t>Regulation, lifted.</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etten.overheid.nl/BWBR0002093/2026-01-01" TargetMode="External"/><Relationship Id="rId2" Type="http://schemas.openxmlformats.org/officeDocument/2006/relationships/hyperlink" Target="https://www.riksdagen.se/sv/dokument-och-lagar/dokument/svensk-forfattningssamling/lag-1985354-om-forbud-mot-juridiskt-eller_sfs-1985-354/" TargetMode="External"/><Relationship Id="rId3" Type="http://schemas.openxmlformats.org/officeDocument/2006/relationships/hyperlink" Target="https://www.retsinformation.dk/eli/lta/2025/1298/pdf" TargetMode="External"/><Relationship Id="rId4" Type="http://schemas.openxmlformats.org/officeDocument/2006/relationships/hyperlink" Target="https://opendata.finlex.fi/finlex/avoindata/v1/akn/fi/act/statute-consolidated/1958/496/fin@20250543" TargetMode="External"/><Relationship Id="rId5" Type="http://schemas.openxmlformats.org/officeDocument/2006/relationships/hyperlink" Target="https://api.sejm.gov.pl/eli/acts/DU/2026/1290/text.pdf" TargetMode="External"/><Relationship Id="rId6" Type="http://schemas.openxmlformats.org/officeDocument/2006/relationships/hyperlink" Target="https://www.ejustice.just.fgov.be/eli/loi/1967/10/10/1967101053/justel" TargetMode="External"/><Relationship Id="rId7" Type="http://schemas.openxmlformats.org/officeDocument/2006/relationships/hyperlink" Target="https://www.fedlex.admin.ch/eli/cc/2002/153/de" TargetMode="External"/><Relationship Id="rId8" Type="http://schemas.openxmlformats.org/officeDocument/2006/relationships/hyperlink" Target="https://www.gesetze-im-internet.de/rdg/" TargetMode="External"/><Relationship Id="rId9" Type="http://schemas.openxmlformats.org/officeDocument/2006/relationships/hyperlink" Target="https://www.bundesgerichtshof.de/SharedDocs/Pressemitteilungen/DE/2021/2021171.html" TargetMode="External"/><Relationship Id="rId10" Type="http://schemas.openxmlformats.org/officeDocument/2006/relationships/hyperlink" Target="https://www.normattiva.it/uri-res/N2Ls?urn:nir:stato:legge:2012-12-31;247~art2" TargetMode="External"/><Relationship Id="rId11" Type="http://schemas.openxmlformats.org/officeDocument/2006/relationships/hyperlink" Target="https://www.ris.bka.gv.at/NormDokument.wxe?Abfrage=Bundesnormen&amp;Gesetzesnummer=10001673&amp;Paragraf=8" TargetMode="External"/><Relationship Id="rId12" Type="http://schemas.openxmlformats.org/officeDocument/2006/relationships/hyperlink" Target="https://ec.europa.eu/eurostat/databrowser/view/sbs_sc_ovw/default/table" TargetMode="External"/><Relationship Id="rId13" Type="http://schemas.openxmlformats.org/officeDocument/2006/relationships/hyperlink" Target="https://dam-api.bfs.admin.ch/hub/api/dam/assets/36734571/master" TargetMode="External"/><Relationship Id="rId14" Type="http://schemas.openxmlformats.org/officeDocument/2006/relationships/hyperlink" Target="https://ec.europa.eu/eurostat/databrowser/view/sbs_ovw_act/default/table" TargetMode="External"/><Relationship Id="rId15" Type="http://schemas.openxmlformats.org/officeDocument/2006/relationships/hyperlink" Target="https://e-justice.europa.eu/topics/taking-legal-action/where-and-how/costs_en" TargetMode="External"/><Relationship Id="rId16" Type="http://schemas.openxmlformats.org/officeDocument/2006/relationships/hyperlink" Target="https://www.rdi.nl/actueel/nieuws/2026/08/15/de-cyberbeveiligingswet-treedt-in-werking" TargetMode="External"/><Relationship Id="rId17" Type="http://schemas.openxmlformats.org/officeDocument/2006/relationships/hyperlink" Target="https://www.riksdagen.se/sv/dokument-och-lagar/dokument/svensk-forfattningssamling/cybersakerhetslag-20251506_sfs-2025-1506/" TargetMode="External"/><Relationship Id="rId18" Type="http://schemas.openxmlformats.org/officeDocument/2006/relationships/hyperlink" Target="https://www.retsinformation.dk/eli/lta/2025/434" TargetMode="External"/><Relationship Id="rId19" Type="http://schemas.openxmlformats.org/officeDocument/2006/relationships/hyperlink" Target="https://www.finlex.fi/fi/lainsaadanto/2025/124" TargetMode="External"/><Relationship Id="rId20" Type="http://schemas.openxmlformats.org/officeDocument/2006/relationships/hyperlink" Target="https://api.sejm.gov.pl/eli/acts/DU/2026/252" TargetMode="External"/><Relationship Id="rId21" Type="http://schemas.openxmlformats.org/officeDocument/2006/relationships/hyperlink" Target="https://www.bsi.bund.de/DE/Service-Navi/Presse/Pressemitteilungen/Presse2025/251205_NIS-2-Umsetzungsgesetz_in_Kraft.html" TargetMode="External"/><Relationship Id="rId22" Type="http://schemas.openxmlformats.org/officeDocument/2006/relationships/hyperlink" Target="https://www.gazzettaufficiale.it/eli/id/2024/10/01/24G00155/sg" TargetMode="External"/><Relationship Id="rId23" Type="http://schemas.openxmlformats.org/officeDocument/2006/relationships/hyperlink" Target="https://www.ris.bka.gv.at/Dokumente/Bundesnormen/NOR40273890/NOR40273890.pdf" TargetMode="External"/><Relationship Id="rId24" Type="http://schemas.openxmlformats.org/officeDocument/2006/relationships/hyperlink" Target="https://digital-strategy.ec.europa.eu/en/policies/nis-transposition" TargetMode="External"/><Relationship Id="rId25" Type="http://schemas.openxmlformats.org/officeDocument/2006/relationships/slideLayout" Target="../slideLayouts/slideLayout2.xml"/><Relationship Id="rId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rdi.nl/actueel/nieuws/2026/08/15/de-cyberbeveiligingswet-treedt-in-werking" TargetMode="External"/><Relationship Id="rId2" Type="http://schemas.openxmlformats.org/officeDocument/2006/relationships/hyperlink" Target="https://wetten.overheid.nl/BWBR0002093/2026-01-01" TargetMode="External"/><Relationship Id="rId3" Type="http://schemas.openxmlformats.org/officeDocument/2006/relationships/hyperlink" Target="https://www.riksdagen.se/sv/dokument-och-lagar/dokument/svensk-forfattningssamling/cybersakerhetslag-20251506_sfs-2025-1506/" TargetMode="External"/><Relationship Id="rId4" Type="http://schemas.openxmlformats.org/officeDocument/2006/relationships/hyperlink" Target="https://www.bsi.bund.de/DE/Service-Navi/Presse/Pressemitteilungen/Presse2025/251205_NIS-2-Umsetzungsgesetz_in_Kraft.html" TargetMode="External"/><Relationship Id="rId5" Type="http://schemas.openxmlformats.org/officeDocument/2006/relationships/hyperlink" Target="https://www.bundesgerichtshof.de/SharedDocs/Pressemitteilungen/DE/2021/2021171.html" TargetMode="External"/><Relationship Id="rId6" Type="http://schemas.openxmlformats.org/officeDocument/2006/relationships/hyperlink" Target="https://www.gesetze-im-internet.de/rdg/" TargetMode="External"/><Relationship Id="rId7" Type="http://schemas.openxmlformats.org/officeDocument/2006/relationships/hyperlink" Target="https://ec.europa.eu/eurostat/databrowser/view/sbs_sc_ovw/default/table" TargetMode="External"/><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143000" y="777240"/>
            <a:ext cx="8229600" cy="365760"/>
          </a:xfrm>
          <a:prstGeom prst="rect">
            <a:avLst/>
          </a:prstGeom>
          <a:noFill/>
          <a:ln/>
        </p:spPr>
        <p:txBody>
          <a:bodyPr wrap="square" lIns="0" tIns="0" rIns="0" bIns="0" rtlCol="0" anchor="t"/>
          <a:lstStyle/>
          <a:p>
            <a:pPr indent="0" marL="0">
              <a:buNone/>
            </a:pPr>
            <a:r>
              <a:rPr lang="en-US" sz="1500" dirty="0">
                <a:solidFill>
                  <a:srgbClr val="55676B"/>
                </a:solidFill>
                <a:latin typeface="Geist" pitchFamily="34" charset="0"/>
                <a:ea typeface="Geist" pitchFamily="34" charset="-122"/>
                <a:cs typeface="Geist" pitchFamily="34" charset="-120"/>
              </a:rPr>
              <a:t>Market analysis. Ten countries, four criteria.</a:t>
            </a:r>
            <a:endParaRPr lang="en-US" sz="1500" dirty="0"/>
          </a:p>
        </p:txBody>
      </p:sp>
      <p:sp>
        <p:nvSpPr>
          <p:cNvPr id="3" name="Text 1"/>
          <p:cNvSpPr txBox="1"/>
          <p:nvPr/>
        </p:nvSpPr>
        <p:spPr>
          <a:xfrm>
            <a:off x="8915400" y="777240"/>
            <a:ext cx="8229600" cy="365760"/>
          </a:xfrm>
          <a:prstGeom prst="rect">
            <a:avLst/>
          </a:prstGeom>
          <a:noFill/>
          <a:ln/>
        </p:spPr>
        <p:txBody>
          <a:bodyPr wrap="square" lIns="0" tIns="0" rIns="0" bIns="0" rtlCol="0" anchor="t"/>
          <a:lstStyle/>
          <a:p>
            <a:pPr algn="r" indent="0" marL="0">
              <a:buNone/>
            </a:pPr>
            <a:r>
              <a:rPr lang="en-US" sz="1500" dirty="0">
                <a:solidFill>
                  <a:srgbClr val="55676B"/>
                </a:solidFill>
                <a:latin typeface="Geist" pitchFamily="34" charset="0"/>
                <a:ea typeface="Geist" pitchFamily="34" charset="-122"/>
                <a:cs typeface="Geist" pitchFamily="34" charset="-120"/>
              </a:rPr>
              <a:t>Scores from the October 2026 research and the legal verification of 18 October</a:t>
            </a:r>
            <a:endParaRPr lang="en-US" sz="1500" dirty="0"/>
          </a:p>
        </p:txBody>
      </p:sp>
      <p:sp>
        <p:nvSpPr>
          <p:cNvPr id="4" name="Shape 2"/>
          <p:cNvSpPr/>
          <p:nvPr/>
        </p:nvSpPr>
        <p:spPr>
          <a:xfrm>
            <a:off x="1143000" y="1234440"/>
            <a:ext cx="16002000" cy="0"/>
          </a:xfrm>
          <a:prstGeom prst="line">
            <a:avLst/>
          </a:prstGeom>
          <a:noFill/>
          <a:ln w="9525">
            <a:solidFill>
              <a:srgbClr val="E3E0D7"/>
            </a:solidFill>
            <a:prstDash val="solid"/>
          </a:ln>
        </p:spPr>
      </p:sp>
      <p:sp>
        <p:nvSpPr>
          <p:cNvPr id="5" name="Text 3"/>
          <p:cNvSpPr txBox="1"/>
          <p:nvPr/>
        </p:nvSpPr>
        <p:spPr>
          <a:xfrm>
            <a:off x="1143000" y="14630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Four criteria. One is a gate.</a:t>
            </a:r>
            <a:endParaRPr lang="en-US" sz="5400" dirty="0"/>
          </a:p>
        </p:txBody>
      </p:sp>
      <p:sp>
        <p:nvSpPr>
          <p:cNvPr id="6" name="Text 4"/>
          <p:cNvSpPr txBox="1"/>
          <p:nvPr/>
        </p:nvSpPr>
        <p:spPr>
          <a:xfrm>
            <a:off x="1143000" y="2468880"/>
            <a:ext cx="12710160" cy="365760"/>
          </a:xfrm>
          <a:prstGeom prst="rect">
            <a:avLst/>
          </a:prstGeom>
          <a:noFill/>
          <a:ln/>
        </p:spPr>
        <p:txBody>
          <a:bodyPr wrap="square" lIns="0" tIns="0" rIns="0" bIns="0" rtlCol="0" anchor="t"/>
          <a:lstStyle/>
          <a:p>
            <a:pPr indent="0" marL="0">
              <a:buNone/>
            </a:pPr>
            <a:endParaRPr lang="en-US" sz="1800" dirty="0"/>
          </a:p>
        </p:txBody>
      </p:sp>
      <p:sp>
        <p:nvSpPr>
          <p:cNvPr id="8" name="Shape 5"/>
          <p:cNvSpPr/>
          <p:nvPr/>
        </p:nvSpPr>
        <p:spPr>
          <a:xfrm>
            <a:off x="4297680" y="2542032"/>
            <a:ext cx="2331720" cy="5952744"/>
          </a:xfrm>
          <a:prstGeom prst="roundRect">
            <a:avLst>
              <a:gd name="adj" fmla="val 3922"/>
            </a:avLst>
          </a:prstGeom>
          <a:solidFill>
            <a:srgbClr val="E7EDEC"/>
          </a:solidFill>
          <a:ln w="12700">
            <a:solidFill>
              <a:srgbClr val="E7EDEC"/>
            </a:solidFill>
            <a:prstDash val="solid"/>
          </a:ln>
        </p:spPr>
      </p:sp>
      <p:sp>
        <p:nvSpPr>
          <p:cNvPr id="9" name="Shape 6"/>
          <p:cNvSpPr/>
          <p:nvPr/>
        </p:nvSpPr>
        <p:spPr>
          <a:xfrm>
            <a:off x="6702552" y="2542032"/>
            <a:ext cx="0" cy="5952744"/>
          </a:xfrm>
          <a:prstGeom prst="line">
            <a:avLst/>
          </a:prstGeom>
          <a:noFill/>
          <a:ln w="9525">
            <a:solidFill>
              <a:srgbClr val="CFD6D3"/>
            </a:solidFill>
            <a:prstDash val="solid"/>
          </a:ln>
        </p:spPr>
      </p:sp>
      <p:sp>
        <p:nvSpPr>
          <p:cNvPr id="10" name="Text 7"/>
          <p:cNvSpPr txBox="1"/>
          <p:nvPr/>
        </p:nvSpPr>
        <p:spPr>
          <a:xfrm>
            <a:off x="4434840" y="2596896"/>
            <a:ext cx="1737360" cy="274320"/>
          </a:xfrm>
          <a:prstGeom prst="rect">
            <a:avLst/>
          </a:prstGeom>
          <a:noFill/>
          <a:ln/>
        </p:spPr>
        <p:txBody>
          <a:bodyPr wrap="square" lIns="0" tIns="0" rIns="0" bIns="0" rtlCol="0" anchor="t"/>
          <a:lstStyle/>
          <a:p>
            <a:pPr indent="0" marL="0">
              <a:buNone/>
            </a:pPr>
            <a:r>
              <a:rPr lang="en-US" sz="1150" dirty="0">
                <a:solidFill>
                  <a:srgbClr val="1C2B2F"/>
                </a:solidFill>
                <a:latin typeface="Geist Medium" pitchFamily="34" charset="0"/>
                <a:ea typeface="Geist Medium" pitchFamily="34" charset="-122"/>
                <a:cs typeface="Geist Medium" pitchFamily="34" charset="-120"/>
              </a:rPr>
              <a:t>The gate</a:t>
            </a:r>
            <a:endParaRPr lang="en-US" sz="1150" dirty="0"/>
          </a:p>
        </p:txBody>
      </p:sp>
      <p:sp>
        <p:nvSpPr>
          <p:cNvPr id="11" name="Text 8"/>
          <p:cNvSpPr txBox="1"/>
          <p:nvPr/>
        </p:nvSpPr>
        <p:spPr>
          <a:xfrm>
            <a:off x="6995160" y="2596896"/>
            <a:ext cx="365760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Ranking criteria</a:t>
            </a:r>
            <a:endParaRPr lang="en-US" sz="1150" dirty="0"/>
          </a:p>
        </p:txBody>
      </p:sp>
      <p:sp>
        <p:nvSpPr>
          <p:cNvPr id="12" name="Shape 9"/>
          <p:cNvSpPr/>
          <p:nvPr/>
        </p:nvSpPr>
        <p:spPr>
          <a:xfrm>
            <a:off x="11475720" y="1517904"/>
            <a:ext cx="502920" cy="201168"/>
          </a:xfrm>
          <a:prstGeom prst="roundRect">
            <a:avLst>
              <a:gd name="adj" fmla="val 22727"/>
            </a:avLst>
          </a:prstGeom>
          <a:solidFill>
            <a:srgbClr val="FCFBF8"/>
          </a:solidFill>
          <a:ln w="9525">
            <a:solidFill>
              <a:srgbClr val="E3E0D7"/>
            </a:solidFill>
            <a:prstDash val="solid"/>
          </a:ln>
        </p:spPr>
      </p:sp>
      <p:sp>
        <p:nvSpPr>
          <p:cNvPr id="13" name="Text 10"/>
          <p:cNvSpPr txBox="1"/>
          <p:nvPr/>
        </p:nvSpPr>
        <p:spPr>
          <a:xfrm>
            <a:off x="12161520" y="1481328"/>
            <a:ext cx="4983480" cy="457200"/>
          </a:xfrm>
          <a:prstGeom prst="rect">
            <a:avLst/>
          </a:prstGeom>
          <a:noFill/>
          <a:ln/>
        </p:spPr>
        <p:txBody>
          <a:bodyPr wrap="square" lIns="0" tIns="0" rIns="0" bIns="0" rtlCol="0" anchor="t"/>
          <a:lstStyle/>
          <a:p>
            <a:pPr indent="0" marL="0">
              <a:buNone/>
            </a:pPr>
            <a:r>
              <a:rPr lang="en-US" sz="1200" dirty="0">
                <a:solidFill>
                  <a:srgbClr val="1C2B2F"/>
                </a:solidFill>
                <a:latin typeface="Geist Medium" pitchFamily="34" charset="0"/>
                <a:ea typeface="Geist Medium" pitchFamily="34" charset="-122"/>
                <a:cs typeface="Geist Medium" pitchFamily="34" charset="-120"/>
              </a:rPr>
              <a:t>Grey rows </a:t>
            </a:r>
            <a:pPr indent="0" marL="0">
              <a:buNone/>
            </a:pPr>
            <a:r>
              <a:rPr lang="en-US" sz="1200" dirty="0">
                <a:solidFill>
                  <a:srgbClr val="55676B"/>
                </a:solidFill>
                <a:latin typeface="Geist" pitchFamily="34" charset="0"/>
                <a:ea typeface="Geist" pitchFamily="34" charset="-122"/>
                <a:cs typeface="Geist" pitchFamily="34" charset="-120"/>
              </a:rPr>
              <a:t>fail the gate.</a:t>
            </a:r>
            <a:endParaRPr lang="en-US" sz="1200" dirty="0"/>
          </a:p>
        </p:txBody>
      </p:sp>
      <p:sp>
        <p:nvSpPr>
          <p:cNvPr id="14" name="Shape 11"/>
          <p:cNvSpPr/>
          <p:nvPr/>
        </p:nvSpPr>
        <p:spPr>
          <a:xfrm>
            <a:off x="11567160" y="1572768"/>
            <a:ext cx="91440" cy="91440"/>
          </a:xfrm>
          <a:prstGeom prst="ellipse">
            <a:avLst/>
          </a:prstGeom>
          <a:solidFill>
            <a:srgbClr val="8A9A9D"/>
          </a:solidFill>
          <a:ln w="12700">
            <a:solidFill>
              <a:srgbClr val="8A9A9D"/>
            </a:solidFill>
            <a:prstDash val="solid"/>
          </a:ln>
        </p:spPr>
      </p:sp>
      <p:sp>
        <p:nvSpPr>
          <p:cNvPr id="15" name="Shape 12"/>
          <p:cNvSpPr/>
          <p:nvPr/>
        </p:nvSpPr>
        <p:spPr>
          <a:xfrm>
            <a:off x="11686032" y="1572768"/>
            <a:ext cx="91440" cy="91440"/>
          </a:xfrm>
          <a:prstGeom prst="ellipse">
            <a:avLst/>
          </a:prstGeom>
          <a:solidFill>
            <a:srgbClr val="8A9A9D"/>
          </a:solidFill>
          <a:ln w="12700">
            <a:solidFill>
              <a:srgbClr val="8A9A9D"/>
            </a:solidFill>
            <a:prstDash val="solid"/>
          </a:ln>
        </p:spPr>
      </p:sp>
      <p:sp>
        <p:nvSpPr>
          <p:cNvPr id="16" name="Shape 13"/>
          <p:cNvSpPr/>
          <p:nvPr/>
        </p:nvSpPr>
        <p:spPr>
          <a:xfrm>
            <a:off x="11804904" y="1572768"/>
            <a:ext cx="91440" cy="91440"/>
          </a:xfrm>
          <a:prstGeom prst="ellipse">
            <a:avLst/>
          </a:prstGeom>
          <a:solidFill>
            <a:srgbClr val="E3E0D7"/>
          </a:solidFill>
          <a:ln w="12700">
            <a:solidFill>
              <a:srgbClr val="E3E0D7"/>
            </a:solidFill>
            <a:prstDash val="solid"/>
          </a:ln>
        </p:spPr>
      </p:sp>
      <p:sp>
        <p:nvSpPr>
          <p:cNvPr id="17" name="Shape 14"/>
          <p:cNvSpPr/>
          <p:nvPr/>
        </p:nvSpPr>
        <p:spPr>
          <a:xfrm>
            <a:off x="11475720" y="2020824"/>
            <a:ext cx="502920" cy="201168"/>
          </a:xfrm>
          <a:prstGeom prst="roundRect">
            <a:avLst>
              <a:gd name="adj" fmla="val 22727"/>
            </a:avLst>
          </a:prstGeom>
          <a:solidFill>
            <a:srgbClr val="FCFBF8"/>
          </a:solidFill>
          <a:ln w="9525">
            <a:solidFill>
              <a:srgbClr val="E3E0D7"/>
            </a:solidFill>
            <a:prstDash val="solid"/>
          </a:ln>
        </p:spPr>
      </p:sp>
      <p:sp>
        <p:nvSpPr>
          <p:cNvPr id="18" name="Text 15"/>
          <p:cNvSpPr txBox="1"/>
          <p:nvPr/>
        </p:nvSpPr>
        <p:spPr>
          <a:xfrm>
            <a:off x="12161520" y="1984248"/>
            <a:ext cx="4983480" cy="457200"/>
          </a:xfrm>
          <a:prstGeom prst="rect">
            <a:avLst/>
          </a:prstGeom>
          <a:noFill/>
          <a:ln/>
        </p:spPr>
        <p:txBody>
          <a:bodyPr wrap="square" lIns="0" tIns="0" rIns="0" bIns="0" rtlCol="0" anchor="t"/>
          <a:lstStyle/>
          <a:p>
            <a:pPr indent="0" marL="0">
              <a:buNone/>
            </a:pPr>
            <a:r>
              <a:rPr lang="en-US" sz="1200" dirty="0">
                <a:solidFill>
                  <a:srgbClr val="1C2B2F"/>
                </a:solidFill>
                <a:latin typeface="Geist Medium" pitchFamily="34" charset="0"/>
                <a:ea typeface="Geist Medium" pitchFamily="34" charset="-122"/>
                <a:cs typeface="Geist Medium" pitchFamily="34" charset="-120"/>
              </a:rPr>
              <a:t>Black rows </a:t>
            </a:r>
            <a:pPr indent="0" marL="0">
              <a:buNone/>
            </a:pPr>
            <a:r>
              <a:rPr lang="en-US" sz="1200" dirty="0">
                <a:solidFill>
                  <a:srgbClr val="55676B"/>
                </a:solidFill>
                <a:latin typeface="Geist" pitchFamily="34" charset="0"/>
                <a:ea typeface="Geist" pitchFamily="34" charset="-122"/>
                <a:cs typeface="Geist" pitchFamily="34" charset="-120"/>
              </a:rPr>
              <a:t>pass the gate.</a:t>
            </a:r>
            <a:endParaRPr lang="en-US" sz="1200" dirty="0"/>
          </a:p>
        </p:txBody>
      </p:sp>
      <p:sp>
        <p:nvSpPr>
          <p:cNvPr id="19" name="Shape 16"/>
          <p:cNvSpPr/>
          <p:nvPr/>
        </p:nvSpPr>
        <p:spPr>
          <a:xfrm>
            <a:off x="11567160" y="2075688"/>
            <a:ext cx="91440" cy="91440"/>
          </a:xfrm>
          <a:prstGeom prst="ellipse">
            <a:avLst/>
          </a:prstGeom>
          <a:solidFill>
            <a:srgbClr val="1C2B2F"/>
          </a:solidFill>
          <a:ln w="12700">
            <a:solidFill>
              <a:srgbClr val="1C2B2F"/>
            </a:solidFill>
            <a:prstDash val="solid"/>
          </a:ln>
        </p:spPr>
      </p:sp>
      <p:sp>
        <p:nvSpPr>
          <p:cNvPr id="20" name="Shape 17"/>
          <p:cNvSpPr/>
          <p:nvPr/>
        </p:nvSpPr>
        <p:spPr>
          <a:xfrm>
            <a:off x="11686032" y="2075688"/>
            <a:ext cx="91440" cy="91440"/>
          </a:xfrm>
          <a:prstGeom prst="ellipse">
            <a:avLst/>
          </a:prstGeom>
          <a:solidFill>
            <a:srgbClr val="1C2B2F"/>
          </a:solidFill>
          <a:ln w="12700">
            <a:solidFill>
              <a:srgbClr val="1C2B2F"/>
            </a:solidFill>
            <a:prstDash val="solid"/>
          </a:ln>
        </p:spPr>
      </p:sp>
      <p:sp>
        <p:nvSpPr>
          <p:cNvPr id="21" name="Shape 18"/>
          <p:cNvSpPr/>
          <p:nvPr/>
        </p:nvSpPr>
        <p:spPr>
          <a:xfrm>
            <a:off x="11804904" y="2075688"/>
            <a:ext cx="91440" cy="91440"/>
          </a:xfrm>
          <a:prstGeom prst="ellipse">
            <a:avLst/>
          </a:prstGeom>
          <a:solidFill>
            <a:srgbClr val="1C2B2F"/>
          </a:solidFill>
          <a:ln w="12700">
            <a:solidFill>
              <a:srgbClr val="1C2B2F"/>
            </a:solidFill>
            <a:prstDash val="solid"/>
          </a:ln>
        </p:spPr>
      </p:sp>
      <p:sp>
        <p:nvSpPr>
          <p:cNvPr id="22" name="Text 19"/>
          <p:cNvSpPr txBox="1"/>
          <p:nvPr/>
        </p:nvSpPr>
        <p:spPr>
          <a:xfrm>
            <a:off x="1417320" y="2926080"/>
            <a:ext cx="2743200" cy="320040"/>
          </a:xfrm>
          <a:prstGeom prst="rect">
            <a:avLst/>
          </a:prstGeom>
          <a:noFill/>
          <a:ln/>
        </p:spPr>
        <p:txBody>
          <a:bodyPr wrap="squar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Country</a:t>
            </a:r>
            <a:endParaRPr lang="en-US" sz="1300" dirty="0"/>
          </a:p>
        </p:txBody>
      </p:sp>
      <p:sp>
        <p:nvSpPr>
          <p:cNvPr id="23" name="Text 20"/>
          <p:cNvSpPr txBox="1"/>
          <p:nvPr/>
        </p:nvSpPr>
        <p:spPr>
          <a:xfrm>
            <a:off x="4434840" y="2926080"/>
            <a:ext cx="2514600" cy="320040"/>
          </a:xfrm>
          <a:prstGeom prst="rect">
            <a:avLst/>
          </a:prstGeom>
          <a:noFill/>
          <a:ln/>
        </p:spPr>
        <p:txBody>
          <a:bodyPr wrap="non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AI may advise </a:t>
            </a:r>
            <a:pPr indent="0" marL="0">
              <a:buNone/>
            </a:pPr>
            <a:r>
              <a:rPr lang="en-US" sz="1300" baseline="30000" dirty="0">
                <a:solidFill>
                  <a:srgbClr val="55676B"/>
                </a:solidFill>
                <a:latin typeface="Geist Medium" pitchFamily="34" charset="0"/>
                <a:ea typeface="Geist Medium" pitchFamily="34" charset="-122"/>
                <a:cs typeface="Geist Medium" pitchFamily="34" charset="-120"/>
              </a:rPr>
              <a:t>1</a:t>
            </a:r>
            <a:endParaRPr lang="en-US" sz="1300" dirty="0"/>
          </a:p>
        </p:txBody>
      </p:sp>
      <p:sp>
        <p:nvSpPr>
          <p:cNvPr id="24" name="Text 21"/>
          <p:cNvSpPr txBox="1"/>
          <p:nvPr/>
        </p:nvSpPr>
        <p:spPr>
          <a:xfrm>
            <a:off x="4434840" y="32278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legal without a lawyer signing</a:t>
            </a:r>
            <a:endParaRPr lang="en-US" sz="1150" dirty="0"/>
          </a:p>
        </p:txBody>
      </p:sp>
      <p:sp>
        <p:nvSpPr>
          <p:cNvPr id="25" name="Text 22"/>
          <p:cNvSpPr txBox="1"/>
          <p:nvPr/>
        </p:nvSpPr>
        <p:spPr>
          <a:xfrm>
            <a:off x="6995160" y="2926080"/>
            <a:ext cx="2514600" cy="320040"/>
          </a:xfrm>
          <a:prstGeom prst="rect">
            <a:avLst/>
          </a:prstGeom>
          <a:noFill/>
          <a:ln/>
        </p:spPr>
        <p:txBody>
          <a:bodyPr wrap="non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Market size </a:t>
            </a:r>
            <a:pPr indent="0" marL="0">
              <a:buNone/>
            </a:pPr>
            <a:r>
              <a:rPr lang="en-US" sz="1300" baseline="30000" dirty="0">
                <a:solidFill>
                  <a:srgbClr val="55676B"/>
                </a:solidFill>
                <a:latin typeface="Geist Medium" pitchFamily="34" charset="0"/>
                <a:ea typeface="Geist Medium" pitchFamily="34" charset="-122"/>
                <a:cs typeface="Geist Medium" pitchFamily="34" charset="-120"/>
              </a:rPr>
              <a:t>2</a:t>
            </a:r>
            <a:endParaRPr lang="en-US" sz="1300" dirty="0"/>
          </a:p>
        </p:txBody>
      </p:sp>
      <p:sp>
        <p:nvSpPr>
          <p:cNvPr id="26" name="Text 23"/>
          <p:cNvSpPr txBox="1"/>
          <p:nvPr/>
        </p:nvSpPr>
        <p:spPr>
          <a:xfrm>
            <a:off x="6995160" y="32278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firms with 50 or more staff</a:t>
            </a:r>
            <a:endParaRPr lang="en-US" sz="1150" dirty="0"/>
          </a:p>
        </p:txBody>
      </p:sp>
      <p:sp>
        <p:nvSpPr>
          <p:cNvPr id="27" name="Text 24"/>
          <p:cNvSpPr txBox="1"/>
          <p:nvPr/>
        </p:nvSpPr>
        <p:spPr>
          <a:xfrm>
            <a:off x="9555480" y="2926080"/>
            <a:ext cx="2514600" cy="320040"/>
          </a:xfrm>
          <a:prstGeom prst="rect">
            <a:avLst/>
          </a:prstGeom>
          <a:noFill/>
          <a:ln/>
        </p:spPr>
        <p:txBody>
          <a:bodyPr wrap="non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Savings potential </a:t>
            </a:r>
            <a:pPr indent="0" marL="0">
              <a:buNone/>
            </a:pPr>
            <a:r>
              <a:rPr lang="en-US" sz="1300" baseline="30000" dirty="0">
                <a:solidFill>
                  <a:srgbClr val="55676B"/>
                </a:solidFill>
                <a:latin typeface="Geist Medium" pitchFamily="34" charset="0"/>
                <a:ea typeface="Geist Medium" pitchFamily="34" charset="-122"/>
                <a:cs typeface="Geist Medium" pitchFamily="34" charset="-120"/>
              </a:rPr>
              <a:t>3</a:t>
            </a:r>
            <a:endParaRPr lang="en-US" sz="1300" dirty="0"/>
          </a:p>
        </p:txBody>
      </p:sp>
      <p:sp>
        <p:nvSpPr>
          <p:cNvPr id="28" name="Text 25"/>
          <p:cNvSpPr txBox="1"/>
          <p:nvPr/>
        </p:nvSpPr>
        <p:spPr>
          <a:xfrm>
            <a:off x="9555480" y="32278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on lawyer cost</a:t>
            </a:r>
            <a:endParaRPr lang="en-US" sz="1150" dirty="0"/>
          </a:p>
        </p:txBody>
      </p:sp>
      <p:sp>
        <p:nvSpPr>
          <p:cNvPr id="29" name="Text 26"/>
          <p:cNvSpPr txBox="1"/>
          <p:nvPr/>
        </p:nvSpPr>
        <p:spPr>
          <a:xfrm>
            <a:off x="12115800" y="2926080"/>
            <a:ext cx="2514600" cy="320040"/>
          </a:xfrm>
          <a:prstGeom prst="rect">
            <a:avLst/>
          </a:prstGeom>
          <a:noFill/>
          <a:ln/>
        </p:spPr>
        <p:txBody>
          <a:bodyPr wrap="non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New regulation enforcement </a:t>
            </a:r>
            <a:pPr indent="0" marL="0">
              <a:buNone/>
            </a:pPr>
            <a:r>
              <a:rPr lang="en-US" sz="1300" baseline="30000" dirty="0">
                <a:solidFill>
                  <a:srgbClr val="55676B"/>
                </a:solidFill>
                <a:latin typeface="Geist Medium" pitchFamily="34" charset="0"/>
                <a:ea typeface="Geist Medium" pitchFamily="34" charset="-122"/>
                <a:cs typeface="Geist Medium" pitchFamily="34" charset="-120"/>
              </a:rPr>
              <a:t>4</a:t>
            </a:r>
            <a:endParaRPr lang="en-US" sz="1300" dirty="0"/>
          </a:p>
        </p:txBody>
      </p:sp>
      <p:sp>
        <p:nvSpPr>
          <p:cNvPr id="30" name="Text 27"/>
          <p:cNvSpPr txBox="1"/>
          <p:nvPr/>
        </p:nvSpPr>
        <p:spPr>
          <a:xfrm>
            <a:off x="12115800" y="32278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deadline live, fines starting</a:t>
            </a:r>
            <a:endParaRPr lang="en-US" sz="1150" dirty="0"/>
          </a:p>
        </p:txBody>
      </p:sp>
      <p:sp>
        <p:nvSpPr>
          <p:cNvPr id="31" name="Text 28"/>
          <p:cNvSpPr txBox="1"/>
          <p:nvPr/>
        </p:nvSpPr>
        <p:spPr>
          <a:xfrm>
            <a:off x="14676120" y="2926080"/>
            <a:ext cx="2468880" cy="320040"/>
          </a:xfrm>
          <a:prstGeom prst="rect">
            <a:avLst/>
          </a:prstGeom>
          <a:noFill/>
          <a:ln/>
        </p:spPr>
        <p:txBody>
          <a:bodyPr wrap="square" lIns="0" tIns="0" rIns="0" bIns="0" rtlCol="0" anchor="t"/>
          <a:lstStyle/>
          <a:p>
            <a:pPr indent="0" marL="0">
              <a:buNone/>
            </a:pPr>
            <a:r>
              <a:rPr lang="en-US" sz="1300" dirty="0">
                <a:solidFill>
                  <a:srgbClr val="1C2B2F"/>
                </a:solidFill>
                <a:latin typeface="Geist Medium" pitchFamily="34" charset="0"/>
                <a:ea typeface="Geist Medium" pitchFamily="34" charset="-122"/>
                <a:cs typeface="Geist Medium" pitchFamily="34" charset="-120"/>
              </a:rPr>
              <a:t>Total</a:t>
            </a:r>
            <a:endParaRPr lang="en-US" sz="1300" dirty="0"/>
          </a:p>
        </p:txBody>
      </p:sp>
      <p:sp>
        <p:nvSpPr>
          <p:cNvPr id="32" name="Text 29"/>
          <p:cNvSpPr txBox="1"/>
          <p:nvPr/>
        </p:nvSpPr>
        <p:spPr>
          <a:xfrm>
            <a:off x="14676120" y="3227832"/>
            <a:ext cx="246888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of 20</a:t>
            </a:r>
            <a:endParaRPr lang="en-US" sz="1150" dirty="0"/>
          </a:p>
        </p:txBody>
      </p:sp>
      <p:sp>
        <p:nvSpPr>
          <p:cNvPr id="33" name="Shape 30"/>
          <p:cNvSpPr/>
          <p:nvPr/>
        </p:nvSpPr>
        <p:spPr>
          <a:xfrm>
            <a:off x="1143000" y="3584448"/>
            <a:ext cx="16002000" cy="0"/>
          </a:xfrm>
          <a:prstGeom prst="line">
            <a:avLst/>
          </a:prstGeom>
          <a:noFill/>
          <a:ln w="9525">
            <a:solidFill>
              <a:srgbClr val="1C2B2F"/>
            </a:solidFill>
            <a:prstDash val="solid"/>
          </a:ln>
        </p:spPr>
      </p:sp>
      <p:sp>
        <p:nvSpPr>
          <p:cNvPr id="34" name="Shape 31"/>
          <p:cNvSpPr/>
          <p:nvPr/>
        </p:nvSpPr>
        <p:spPr>
          <a:xfrm>
            <a:off x="1143000" y="3703320"/>
            <a:ext cx="16002000" cy="420624"/>
          </a:xfrm>
          <a:prstGeom prst="roundRect">
            <a:avLst>
              <a:gd name="adj" fmla="val 21739"/>
            </a:avLst>
          </a:prstGeom>
          <a:solidFill>
            <a:srgbClr val="1C2B2F"/>
          </a:solidFill>
          <a:ln w="9525">
            <a:solidFill>
              <a:srgbClr val="1C2B2F"/>
            </a:solidFill>
            <a:prstDash val="solid"/>
          </a:ln>
        </p:spPr>
      </p:sp>
      <p:sp>
        <p:nvSpPr>
          <p:cNvPr id="35" name="Shape 32"/>
          <p:cNvSpPr/>
          <p:nvPr/>
        </p:nvSpPr>
        <p:spPr>
          <a:xfrm>
            <a:off x="4297680" y="3703320"/>
            <a:ext cx="2331720" cy="420624"/>
          </a:xfrm>
          <a:prstGeom prst="rect">
            <a:avLst/>
          </a:prstGeom>
          <a:solidFill>
            <a:srgbClr val="2E4147"/>
          </a:solidFill>
          <a:ln w="12700">
            <a:solidFill>
              <a:srgbClr val="2E4147"/>
            </a:solidFill>
            <a:prstDash val="solid"/>
          </a:ln>
        </p:spPr>
      </p:sp>
      <p:sp>
        <p:nvSpPr>
          <p:cNvPr id="36" name="Text 33"/>
          <p:cNvSpPr txBox="1"/>
          <p:nvPr/>
        </p:nvSpPr>
        <p:spPr>
          <a:xfrm>
            <a:off x="1417320" y="3803904"/>
            <a:ext cx="457200" cy="274320"/>
          </a:xfrm>
          <a:prstGeom prst="rect">
            <a:avLst/>
          </a:prstGeom>
          <a:noFill/>
          <a:ln/>
        </p:spPr>
        <p:txBody>
          <a:bodyPr wrap="square" lIns="0" tIns="0" rIns="0" bIns="0" rtlCol="0" anchor="t"/>
          <a:lstStyle/>
          <a:p>
            <a:pPr indent="0" marL="0">
              <a:buNone/>
            </a:pPr>
            <a:r>
              <a:rPr lang="en-US" sz="1500" dirty="0">
                <a:solidFill>
                  <a:srgbClr val="8FA3A8"/>
                </a:solidFill>
                <a:latin typeface="Geist" pitchFamily="34" charset="0"/>
                <a:ea typeface="Geist" pitchFamily="34" charset="-122"/>
                <a:cs typeface="Geist" pitchFamily="34" charset="-120"/>
              </a:rPr>
              <a:t>1.</a:t>
            </a:r>
            <a:endParaRPr lang="en-US" sz="1500" dirty="0"/>
          </a:p>
        </p:txBody>
      </p:sp>
      <p:sp>
        <p:nvSpPr>
          <p:cNvPr id="37" name="Text 34"/>
          <p:cNvSpPr txBox="1"/>
          <p:nvPr/>
        </p:nvSpPr>
        <p:spPr>
          <a:xfrm>
            <a:off x="1828800" y="3785616"/>
            <a:ext cx="1737360" cy="292608"/>
          </a:xfrm>
          <a:prstGeom prst="rect">
            <a:avLst/>
          </a:prstGeom>
          <a:noFill/>
          <a:ln/>
        </p:spPr>
        <p:txBody>
          <a:bodyPr wrap="square" lIns="0" tIns="0" rIns="0" bIns="0" rtlCol="0" anchor="t"/>
          <a:lstStyle/>
          <a:p>
            <a:pPr indent="0" marL="0">
              <a:buNone/>
            </a:pPr>
            <a:r>
              <a:rPr lang="en-US" sz="1700" dirty="0">
                <a:solidFill>
                  <a:srgbClr val="F6F4EE"/>
                </a:solidFill>
                <a:latin typeface="Geist Medium" pitchFamily="34" charset="0"/>
                <a:ea typeface="Geist Medium" pitchFamily="34" charset="-122"/>
                <a:cs typeface="Geist Medium" pitchFamily="34" charset="-120"/>
              </a:rPr>
              <a:t>Netherlands</a:t>
            </a:r>
            <a:endParaRPr lang="en-US" sz="1700" dirty="0"/>
          </a:p>
        </p:txBody>
      </p:sp>
      <p:sp>
        <p:nvSpPr>
          <p:cNvPr id="38" name="Text 35"/>
          <p:cNvSpPr txBox="1"/>
          <p:nvPr/>
        </p:nvSpPr>
        <p:spPr>
          <a:xfrm>
            <a:off x="4434840" y="37764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5</a:t>
            </a:r>
            <a:endParaRPr lang="en-US" sz="1800" dirty="0"/>
          </a:p>
        </p:txBody>
      </p:sp>
      <p:sp>
        <p:nvSpPr>
          <p:cNvPr id="39" name="Shape 36"/>
          <p:cNvSpPr/>
          <p:nvPr/>
        </p:nvSpPr>
        <p:spPr>
          <a:xfrm>
            <a:off x="4892040" y="3877056"/>
            <a:ext cx="109728" cy="109728"/>
          </a:xfrm>
          <a:prstGeom prst="ellipse">
            <a:avLst/>
          </a:prstGeom>
          <a:solidFill>
            <a:srgbClr val="F6F4EE"/>
          </a:solidFill>
          <a:ln w="12700">
            <a:solidFill>
              <a:srgbClr val="F6F4EE"/>
            </a:solidFill>
            <a:prstDash val="solid"/>
          </a:ln>
        </p:spPr>
      </p:sp>
      <p:sp>
        <p:nvSpPr>
          <p:cNvPr id="40" name="Shape 37"/>
          <p:cNvSpPr/>
          <p:nvPr/>
        </p:nvSpPr>
        <p:spPr>
          <a:xfrm>
            <a:off x="5074920" y="3877056"/>
            <a:ext cx="109728" cy="109728"/>
          </a:xfrm>
          <a:prstGeom prst="ellipse">
            <a:avLst/>
          </a:prstGeom>
          <a:solidFill>
            <a:srgbClr val="F6F4EE"/>
          </a:solidFill>
          <a:ln w="12700">
            <a:solidFill>
              <a:srgbClr val="F6F4EE"/>
            </a:solidFill>
            <a:prstDash val="solid"/>
          </a:ln>
        </p:spPr>
      </p:sp>
      <p:sp>
        <p:nvSpPr>
          <p:cNvPr id="41" name="Shape 38"/>
          <p:cNvSpPr/>
          <p:nvPr/>
        </p:nvSpPr>
        <p:spPr>
          <a:xfrm>
            <a:off x="5257800" y="3877056"/>
            <a:ext cx="109728" cy="109728"/>
          </a:xfrm>
          <a:prstGeom prst="ellipse">
            <a:avLst/>
          </a:prstGeom>
          <a:solidFill>
            <a:srgbClr val="F6F4EE"/>
          </a:solidFill>
          <a:ln w="12700">
            <a:solidFill>
              <a:srgbClr val="F6F4EE"/>
            </a:solidFill>
            <a:prstDash val="solid"/>
          </a:ln>
        </p:spPr>
      </p:sp>
      <p:sp>
        <p:nvSpPr>
          <p:cNvPr id="42" name="Shape 39"/>
          <p:cNvSpPr/>
          <p:nvPr/>
        </p:nvSpPr>
        <p:spPr>
          <a:xfrm>
            <a:off x="5440680" y="3877056"/>
            <a:ext cx="109728" cy="109728"/>
          </a:xfrm>
          <a:prstGeom prst="ellipse">
            <a:avLst/>
          </a:prstGeom>
          <a:solidFill>
            <a:srgbClr val="F6F4EE"/>
          </a:solidFill>
          <a:ln w="12700">
            <a:solidFill>
              <a:srgbClr val="F6F4EE"/>
            </a:solidFill>
            <a:prstDash val="solid"/>
          </a:ln>
        </p:spPr>
      </p:sp>
      <p:sp>
        <p:nvSpPr>
          <p:cNvPr id="43" name="Shape 40"/>
          <p:cNvSpPr/>
          <p:nvPr/>
        </p:nvSpPr>
        <p:spPr>
          <a:xfrm>
            <a:off x="5623560" y="3877056"/>
            <a:ext cx="109728" cy="109728"/>
          </a:xfrm>
          <a:prstGeom prst="ellipse">
            <a:avLst/>
          </a:prstGeom>
          <a:solidFill>
            <a:srgbClr val="F6F4EE"/>
          </a:solidFill>
          <a:ln w="12700">
            <a:solidFill>
              <a:srgbClr val="F6F4EE"/>
            </a:solidFill>
            <a:prstDash val="solid"/>
          </a:ln>
        </p:spPr>
      </p:sp>
      <p:sp>
        <p:nvSpPr>
          <p:cNvPr id="44" name="Text 41"/>
          <p:cNvSpPr txBox="1"/>
          <p:nvPr/>
        </p:nvSpPr>
        <p:spPr>
          <a:xfrm>
            <a:off x="6995160" y="37764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4</a:t>
            </a:r>
            <a:endParaRPr lang="en-US" sz="1800" dirty="0"/>
          </a:p>
        </p:txBody>
      </p:sp>
      <p:sp>
        <p:nvSpPr>
          <p:cNvPr id="45" name="Shape 42"/>
          <p:cNvSpPr/>
          <p:nvPr/>
        </p:nvSpPr>
        <p:spPr>
          <a:xfrm>
            <a:off x="7452360" y="3877056"/>
            <a:ext cx="109728" cy="109728"/>
          </a:xfrm>
          <a:prstGeom prst="ellipse">
            <a:avLst/>
          </a:prstGeom>
          <a:solidFill>
            <a:srgbClr val="F6F4EE"/>
          </a:solidFill>
          <a:ln w="12700">
            <a:solidFill>
              <a:srgbClr val="F6F4EE"/>
            </a:solidFill>
            <a:prstDash val="solid"/>
          </a:ln>
        </p:spPr>
      </p:sp>
      <p:sp>
        <p:nvSpPr>
          <p:cNvPr id="46" name="Shape 43"/>
          <p:cNvSpPr/>
          <p:nvPr/>
        </p:nvSpPr>
        <p:spPr>
          <a:xfrm>
            <a:off x="7635240" y="3877056"/>
            <a:ext cx="109728" cy="109728"/>
          </a:xfrm>
          <a:prstGeom prst="ellipse">
            <a:avLst/>
          </a:prstGeom>
          <a:solidFill>
            <a:srgbClr val="F6F4EE"/>
          </a:solidFill>
          <a:ln w="12700">
            <a:solidFill>
              <a:srgbClr val="F6F4EE"/>
            </a:solidFill>
            <a:prstDash val="solid"/>
          </a:ln>
        </p:spPr>
      </p:sp>
      <p:sp>
        <p:nvSpPr>
          <p:cNvPr id="47" name="Shape 44"/>
          <p:cNvSpPr/>
          <p:nvPr/>
        </p:nvSpPr>
        <p:spPr>
          <a:xfrm>
            <a:off x="7818120" y="3877056"/>
            <a:ext cx="109728" cy="109728"/>
          </a:xfrm>
          <a:prstGeom prst="ellipse">
            <a:avLst/>
          </a:prstGeom>
          <a:solidFill>
            <a:srgbClr val="F6F4EE"/>
          </a:solidFill>
          <a:ln w="12700">
            <a:solidFill>
              <a:srgbClr val="F6F4EE"/>
            </a:solidFill>
            <a:prstDash val="solid"/>
          </a:ln>
        </p:spPr>
      </p:sp>
      <p:sp>
        <p:nvSpPr>
          <p:cNvPr id="48" name="Shape 45"/>
          <p:cNvSpPr/>
          <p:nvPr/>
        </p:nvSpPr>
        <p:spPr>
          <a:xfrm>
            <a:off x="8001000" y="3877056"/>
            <a:ext cx="109728" cy="109728"/>
          </a:xfrm>
          <a:prstGeom prst="ellipse">
            <a:avLst/>
          </a:prstGeom>
          <a:solidFill>
            <a:srgbClr val="F6F4EE"/>
          </a:solidFill>
          <a:ln w="12700">
            <a:solidFill>
              <a:srgbClr val="F6F4EE"/>
            </a:solidFill>
            <a:prstDash val="solid"/>
          </a:ln>
        </p:spPr>
      </p:sp>
      <p:sp>
        <p:nvSpPr>
          <p:cNvPr id="49" name="Shape 46"/>
          <p:cNvSpPr/>
          <p:nvPr/>
        </p:nvSpPr>
        <p:spPr>
          <a:xfrm>
            <a:off x="8183880" y="3877056"/>
            <a:ext cx="109728" cy="109728"/>
          </a:xfrm>
          <a:prstGeom prst="ellipse">
            <a:avLst/>
          </a:prstGeom>
          <a:solidFill>
            <a:srgbClr val="3A4D53"/>
          </a:solidFill>
          <a:ln w="12700">
            <a:solidFill>
              <a:srgbClr val="3A4D53"/>
            </a:solidFill>
            <a:prstDash val="solid"/>
          </a:ln>
        </p:spPr>
      </p:sp>
      <p:sp>
        <p:nvSpPr>
          <p:cNvPr id="50" name="Text 47"/>
          <p:cNvSpPr txBox="1"/>
          <p:nvPr/>
        </p:nvSpPr>
        <p:spPr>
          <a:xfrm>
            <a:off x="9555480" y="37764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4</a:t>
            </a:r>
            <a:endParaRPr lang="en-US" sz="1800" dirty="0"/>
          </a:p>
        </p:txBody>
      </p:sp>
      <p:sp>
        <p:nvSpPr>
          <p:cNvPr id="51" name="Shape 48"/>
          <p:cNvSpPr/>
          <p:nvPr/>
        </p:nvSpPr>
        <p:spPr>
          <a:xfrm>
            <a:off x="10012680" y="3877056"/>
            <a:ext cx="109728" cy="109728"/>
          </a:xfrm>
          <a:prstGeom prst="ellipse">
            <a:avLst/>
          </a:prstGeom>
          <a:solidFill>
            <a:srgbClr val="F6F4EE"/>
          </a:solidFill>
          <a:ln w="12700">
            <a:solidFill>
              <a:srgbClr val="F6F4EE"/>
            </a:solidFill>
            <a:prstDash val="solid"/>
          </a:ln>
        </p:spPr>
      </p:sp>
      <p:sp>
        <p:nvSpPr>
          <p:cNvPr id="52" name="Shape 49"/>
          <p:cNvSpPr/>
          <p:nvPr/>
        </p:nvSpPr>
        <p:spPr>
          <a:xfrm>
            <a:off x="10195560" y="3877056"/>
            <a:ext cx="109728" cy="109728"/>
          </a:xfrm>
          <a:prstGeom prst="ellipse">
            <a:avLst/>
          </a:prstGeom>
          <a:solidFill>
            <a:srgbClr val="F6F4EE"/>
          </a:solidFill>
          <a:ln w="12700">
            <a:solidFill>
              <a:srgbClr val="F6F4EE"/>
            </a:solidFill>
            <a:prstDash val="solid"/>
          </a:ln>
        </p:spPr>
      </p:sp>
      <p:sp>
        <p:nvSpPr>
          <p:cNvPr id="53" name="Shape 50"/>
          <p:cNvSpPr/>
          <p:nvPr/>
        </p:nvSpPr>
        <p:spPr>
          <a:xfrm>
            <a:off x="10378440" y="3877056"/>
            <a:ext cx="109728" cy="109728"/>
          </a:xfrm>
          <a:prstGeom prst="ellipse">
            <a:avLst/>
          </a:prstGeom>
          <a:solidFill>
            <a:srgbClr val="F6F4EE"/>
          </a:solidFill>
          <a:ln w="12700">
            <a:solidFill>
              <a:srgbClr val="F6F4EE"/>
            </a:solidFill>
            <a:prstDash val="solid"/>
          </a:ln>
        </p:spPr>
      </p:sp>
      <p:sp>
        <p:nvSpPr>
          <p:cNvPr id="54" name="Shape 51"/>
          <p:cNvSpPr/>
          <p:nvPr/>
        </p:nvSpPr>
        <p:spPr>
          <a:xfrm>
            <a:off x="10561320" y="3877056"/>
            <a:ext cx="109728" cy="109728"/>
          </a:xfrm>
          <a:prstGeom prst="ellipse">
            <a:avLst/>
          </a:prstGeom>
          <a:solidFill>
            <a:srgbClr val="F6F4EE"/>
          </a:solidFill>
          <a:ln w="12700">
            <a:solidFill>
              <a:srgbClr val="F6F4EE"/>
            </a:solidFill>
            <a:prstDash val="solid"/>
          </a:ln>
        </p:spPr>
      </p:sp>
      <p:sp>
        <p:nvSpPr>
          <p:cNvPr id="55" name="Shape 52"/>
          <p:cNvSpPr/>
          <p:nvPr/>
        </p:nvSpPr>
        <p:spPr>
          <a:xfrm>
            <a:off x="10744200" y="3877056"/>
            <a:ext cx="109728" cy="109728"/>
          </a:xfrm>
          <a:prstGeom prst="ellipse">
            <a:avLst/>
          </a:prstGeom>
          <a:solidFill>
            <a:srgbClr val="3A4D53"/>
          </a:solidFill>
          <a:ln w="12700">
            <a:solidFill>
              <a:srgbClr val="3A4D53"/>
            </a:solidFill>
            <a:prstDash val="solid"/>
          </a:ln>
        </p:spPr>
      </p:sp>
      <p:sp>
        <p:nvSpPr>
          <p:cNvPr id="56" name="Text 53"/>
          <p:cNvSpPr txBox="1"/>
          <p:nvPr/>
        </p:nvSpPr>
        <p:spPr>
          <a:xfrm>
            <a:off x="12115800" y="37764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5</a:t>
            </a:r>
            <a:endParaRPr lang="en-US" sz="1800" dirty="0"/>
          </a:p>
        </p:txBody>
      </p:sp>
      <p:sp>
        <p:nvSpPr>
          <p:cNvPr id="57" name="Shape 54"/>
          <p:cNvSpPr/>
          <p:nvPr/>
        </p:nvSpPr>
        <p:spPr>
          <a:xfrm>
            <a:off x="12573000" y="3877056"/>
            <a:ext cx="109728" cy="109728"/>
          </a:xfrm>
          <a:prstGeom prst="ellipse">
            <a:avLst/>
          </a:prstGeom>
          <a:solidFill>
            <a:srgbClr val="F6F4EE"/>
          </a:solidFill>
          <a:ln w="12700">
            <a:solidFill>
              <a:srgbClr val="F6F4EE"/>
            </a:solidFill>
            <a:prstDash val="solid"/>
          </a:ln>
        </p:spPr>
      </p:sp>
      <p:sp>
        <p:nvSpPr>
          <p:cNvPr id="58" name="Shape 55"/>
          <p:cNvSpPr/>
          <p:nvPr/>
        </p:nvSpPr>
        <p:spPr>
          <a:xfrm>
            <a:off x="12755880" y="3877056"/>
            <a:ext cx="109728" cy="109728"/>
          </a:xfrm>
          <a:prstGeom prst="ellipse">
            <a:avLst/>
          </a:prstGeom>
          <a:solidFill>
            <a:srgbClr val="F6F4EE"/>
          </a:solidFill>
          <a:ln w="12700">
            <a:solidFill>
              <a:srgbClr val="F6F4EE"/>
            </a:solidFill>
            <a:prstDash val="solid"/>
          </a:ln>
        </p:spPr>
      </p:sp>
      <p:sp>
        <p:nvSpPr>
          <p:cNvPr id="59" name="Shape 56"/>
          <p:cNvSpPr/>
          <p:nvPr/>
        </p:nvSpPr>
        <p:spPr>
          <a:xfrm>
            <a:off x="12938760" y="3877056"/>
            <a:ext cx="109728" cy="109728"/>
          </a:xfrm>
          <a:prstGeom prst="ellipse">
            <a:avLst/>
          </a:prstGeom>
          <a:solidFill>
            <a:srgbClr val="F6F4EE"/>
          </a:solidFill>
          <a:ln w="12700">
            <a:solidFill>
              <a:srgbClr val="F6F4EE"/>
            </a:solidFill>
            <a:prstDash val="solid"/>
          </a:ln>
        </p:spPr>
      </p:sp>
      <p:sp>
        <p:nvSpPr>
          <p:cNvPr id="60" name="Shape 57"/>
          <p:cNvSpPr/>
          <p:nvPr/>
        </p:nvSpPr>
        <p:spPr>
          <a:xfrm>
            <a:off x="13121640" y="3877056"/>
            <a:ext cx="109728" cy="109728"/>
          </a:xfrm>
          <a:prstGeom prst="ellipse">
            <a:avLst/>
          </a:prstGeom>
          <a:solidFill>
            <a:srgbClr val="F6F4EE"/>
          </a:solidFill>
          <a:ln w="12700">
            <a:solidFill>
              <a:srgbClr val="F6F4EE"/>
            </a:solidFill>
            <a:prstDash val="solid"/>
          </a:ln>
        </p:spPr>
      </p:sp>
      <p:sp>
        <p:nvSpPr>
          <p:cNvPr id="61" name="Shape 58"/>
          <p:cNvSpPr/>
          <p:nvPr/>
        </p:nvSpPr>
        <p:spPr>
          <a:xfrm>
            <a:off x="13304520" y="3877056"/>
            <a:ext cx="109728" cy="109728"/>
          </a:xfrm>
          <a:prstGeom prst="ellipse">
            <a:avLst/>
          </a:prstGeom>
          <a:solidFill>
            <a:srgbClr val="F6F4EE"/>
          </a:solidFill>
          <a:ln w="12700">
            <a:solidFill>
              <a:srgbClr val="F6F4EE"/>
            </a:solidFill>
            <a:prstDash val="solid"/>
          </a:ln>
        </p:spPr>
      </p:sp>
      <p:sp>
        <p:nvSpPr>
          <p:cNvPr id="62" name="Text 59"/>
          <p:cNvSpPr txBox="1"/>
          <p:nvPr/>
        </p:nvSpPr>
        <p:spPr>
          <a:xfrm>
            <a:off x="14676120" y="3767328"/>
            <a:ext cx="548640" cy="329184"/>
          </a:xfrm>
          <a:prstGeom prst="rect">
            <a:avLst/>
          </a:prstGeom>
          <a:noFill/>
          <a:ln/>
        </p:spPr>
        <p:txBody>
          <a:bodyPr wrap="square" lIns="0" tIns="0" rIns="0" bIns="0" rtlCol="0" anchor="t"/>
          <a:lstStyle/>
          <a:p>
            <a:pPr indent="0" marL="0">
              <a:buNone/>
            </a:pPr>
            <a:r>
              <a:rPr lang="en-US" sz="2000" dirty="0">
                <a:solidFill>
                  <a:srgbClr val="F6F4EE"/>
                </a:solidFill>
                <a:latin typeface="Geist Medium" pitchFamily="34" charset="0"/>
                <a:ea typeface="Geist Medium" pitchFamily="34" charset="-122"/>
                <a:cs typeface="Geist Medium" pitchFamily="34" charset="-120"/>
              </a:rPr>
              <a:t>18</a:t>
            </a:r>
            <a:endParaRPr lang="en-US" sz="2000" dirty="0"/>
          </a:p>
        </p:txBody>
      </p:sp>
      <p:sp>
        <p:nvSpPr>
          <p:cNvPr id="63" name="Shape 60"/>
          <p:cNvSpPr/>
          <p:nvPr/>
        </p:nvSpPr>
        <p:spPr>
          <a:xfrm>
            <a:off x="15361920" y="3895344"/>
            <a:ext cx="1508760" cy="82296"/>
          </a:xfrm>
          <a:prstGeom prst="roundRect">
            <a:avLst>
              <a:gd name="adj" fmla="val 44444"/>
            </a:avLst>
          </a:prstGeom>
          <a:solidFill>
            <a:srgbClr val="3A4D53"/>
          </a:solidFill>
          <a:ln w="12700">
            <a:solidFill>
              <a:srgbClr val="3A4D53"/>
            </a:solidFill>
            <a:prstDash val="solid"/>
          </a:ln>
        </p:spPr>
      </p:sp>
      <p:sp>
        <p:nvSpPr>
          <p:cNvPr id="64" name="Shape 61"/>
          <p:cNvSpPr/>
          <p:nvPr/>
        </p:nvSpPr>
        <p:spPr>
          <a:xfrm>
            <a:off x="15361920" y="3895344"/>
            <a:ext cx="1357884" cy="82296"/>
          </a:xfrm>
          <a:prstGeom prst="roundRect">
            <a:avLst>
              <a:gd name="adj" fmla="val 44444"/>
            </a:avLst>
          </a:prstGeom>
          <a:solidFill>
            <a:srgbClr val="F6F4EE"/>
          </a:solidFill>
          <a:ln w="12700">
            <a:solidFill>
              <a:srgbClr val="F6F4EE"/>
            </a:solidFill>
            <a:prstDash val="solid"/>
          </a:ln>
        </p:spPr>
      </p:sp>
      <p:sp>
        <p:nvSpPr>
          <p:cNvPr id="65" name="Shape 62"/>
          <p:cNvSpPr/>
          <p:nvPr/>
        </p:nvSpPr>
        <p:spPr>
          <a:xfrm>
            <a:off x="1143000" y="4178808"/>
            <a:ext cx="16002000" cy="420624"/>
          </a:xfrm>
          <a:prstGeom prst="roundRect">
            <a:avLst>
              <a:gd name="adj" fmla="val 21739"/>
            </a:avLst>
          </a:prstGeom>
          <a:solidFill>
            <a:srgbClr val="FCFBF8"/>
          </a:solidFill>
          <a:ln w="9525">
            <a:solidFill>
              <a:srgbClr val="E3E0D7"/>
            </a:solidFill>
            <a:prstDash val="solid"/>
          </a:ln>
        </p:spPr>
      </p:sp>
      <p:sp>
        <p:nvSpPr>
          <p:cNvPr id="66" name="Shape 63"/>
          <p:cNvSpPr/>
          <p:nvPr/>
        </p:nvSpPr>
        <p:spPr>
          <a:xfrm>
            <a:off x="4297680" y="4178808"/>
            <a:ext cx="2331720" cy="420624"/>
          </a:xfrm>
          <a:prstGeom prst="rect">
            <a:avLst/>
          </a:prstGeom>
          <a:solidFill>
            <a:srgbClr val="E7EDEC"/>
          </a:solidFill>
          <a:ln w="12700">
            <a:solidFill>
              <a:srgbClr val="E7EDEC"/>
            </a:solidFill>
            <a:prstDash val="solid"/>
          </a:ln>
        </p:spPr>
      </p:sp>
      <p:sp>
        <p:nvSpPr>
          <p:cNvPr id="67" name="Text 64"/>
          <p:cNvSpPr txBox="1"/>
          <p:nvPr/>
        </p:nvSpPr>
        <p:spPr>
          <a:xfrm>
            <a:off x="1417320" y="4279392"/>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2.</a:t>
            </a:r>
            <a:endParaRPr lang="en-US" sz="1500" dirty="0"/>
          </a:p>
        </p:txBody>
      </p:sp>
      <p:sp>
        <p:nvSpPr>
          <p:cNvPr id="68" name="Text 65"/>
          <p:cNvSpPr txBox="1"/>
          <p:nvPr/>
        </p:nvSpPr>
        <p:spPr>
          <a:xfrm>
            <a:off x="1828800" y="4261104"/>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Sweden</a:t>
            </a:r>
            <a:endParaRPr lang="en-US" sz="1700" dirty="0"/>
          </a:p>
        </p:txBody>
      </p:sp>
      <p:sp>
        <p:nvSpPr>
          <p:cNvPr id="69" name="Text 66"/>
          <p:cNvSpPr txBox="1"/>
          <p:nvPr/>
        </p:nvSpPr>
        <p:spPr>
          <a:xfrm>
            <a:off x="4434840" y="42519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70" name="Shape 67"/>
          <p:cNvSpPr/>
          <p:nvPr/>
        </p:nvSpPr>
        <p:spPr>
          <a:xfrm>
            <a:off x="4892040" y="4352544"/>
            <a:ext cx="109728" cy="109728"/>
          </a:xfrm>
          <a:prstGeom prst="ellipse">
            <a:avLst/>
          </a:prstGeom>
          <a:solidFill>
            <a:srgbClr val="1C2B2F"/>
          </a:solidFill>
          <a:ln w="12700">
            <a:solidFill>
              <a:srgbClr val="1C2B2F"/>
            </a:solidFill>
            <a:prstDash val="solid"/>
          </a:ln>
        </p:spPr>
      </p:sp>
      <p:sp>
        <p:nvSpPr>
          <p:cNvPr id="71" name="Shape 68"/>
          <p:cNvSpPr/>
          <p:nvPr/>
        </p:nvSpPr>
        <p:spPr>
          <a:xfrm>
            <a:off x="5074920" y="4352544"/>
            <a:ext cx="109728" cy="109728"/>
          </a:xfrm>
          <a:prstGeom prst="ellipse">
            <a:avLst/>
          </a:prstGeom>
          <a:solidFill>
            <a:srgbClr val="1C2B2F"/>
          </a:solidFill>
          <a:ln w="12700">
            <a:solidFill>
              <a:srgbClr val="1C2B2F"/>
            </a:solidFill>
            <a:prstDash val="solid"/>
          </a:ln>
        </p:spPr>
      </p:sp>
      <p:sp>
        <p:nvSpPr>
          <p:cNvPr id="72" name="Shape 69"/>
          <p:cNvSpPr/>
          <p:nvPr/>
        </p:nvSpPr>
        <p:spPr>
          <a:xfrm>
            <a:off x="5257800" y="4352544"/>
            <a:ext cx="109728" cy="109728"/>
          </a:xfrm>
          <a:prstGeom prst="ellipse">
            <a:avLst/>
          </a:prstGeom>
          <a:solidFill>
            <a:srgbClr val="1C2B2F"/>
          </a:solidFill>
          <a:ln w="12700">
            <a:solidFill>
              <a:srgbClr val="1C2B2F"/>
            </a:solidFill>
            <a:prstDash val="solid"/>
          </a:ln>
        </p:spPr>
      </p:sp>
      <p:sp>
        <p:nvSpPr>
          <p:cNvPr id="73" name="Shape 70"/>
          <p:cNvSpPr/>
          <p:nvPr/>
        </p:nvSpPr>
        <p:spPr>
          <a:xfrm>
            <a:off x="5440680" y="4352544"/>
            <a:ext cx="109728" cy="109728"/>
          </a:xfrm>
          <a:prstGeom prst="ellipse">
            <a:avLst/>
          </a:prstGeom>
          <a:solidFill>
            <a:srgbClr val="1C2B2F"/>
          </a:solidFill>
          <a:ln w="12700">
            <a:solidFill>
              <a:srgbClr val="1C2B2F"/>
            </a:solidFill>
            <a:prstDash val="solid"/>
          </a:ln>
        </p:spPr>
      </p:sp>
      <p:sp>
        <p:nvSpPr>
          <p:cNvPr id="74" name="Shape 71"/>
          <p:cNvSpPr/>
          <p:nvPr/>
        </p:nvSpPr>
        <p:spPr>
          <a:xfrm>
            <a:off x="5623560" y="4352544"/>
            <a:ext cx="109728" cy="109728"/>
          </a:xfrm>
          <a:prstGeom prst="ellipse">
            <a:avLst/>
          </a:prstGeom>
          <a:solidFill>
            <a:srgbClr val="1C2B2F"/>
          </a:solidFill>
          <a:ln w="12700">
            <a:solidFill>
              <a:srgbClr val="1C2B2F"/>
            </a:solidFill>
            <a:prstDash val="solid"/>
          </a:ln>
        </p:spPr>
      </p:sp>
      <p:sp>
        <p:nvSpPr>
          <p:cNvPr id="75" name="Text 72"/>
          <p:cNvSpPr txBox="1"/>
          <p:nvPr/>
        </p:nvSpPr>
        <p:spPr>
          <a:xfrm>
            <a:off x="6995160" y="42519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76" name="Shape 73"/>
          <p:cNvSpPr/>
          <p:nvPr/>
        </p:nvSpPr>
        <p:spPr>
          <a:xfrm>
            <a:off x="7452360" y="4352544"/>
            <a:ext cx="109728" cy="109728"/>
          </a:xfrm>
          <a:prstGeom prst="ellipse">
            <a:avLst/>
          </a:prstGeom>
          <a:solidFill>
            <a:srgbClr val="1C2B2F"/>
          </a:solidFill>
          <a:ln w="12700">
            <a:solidFill>
              <a:srgbClr val="1C2B2F"/>
            </a:solidFill>
            <a:prstDash val="solid"/>
          </a:ln>
        </p:spPr>
      </p:sp>
      <p:sp>
        <p:nvSpPr>
          <p:cNvPr id="77" name="Shape 74"/>
          <p:cNvSpPr/>
          <p:nvPr/>
        </p:nvSpPr>
        <p:spPr>
          <a:xfrm>
            <a:off x="7635240" y="4352544"/>
            <a:ext cx="109728" cy="109728"/>
          </a:xfrm>
          <a:prstGeom prst="ellipse">
            <a:avLst/>
          </a:prstGeom>
          <a:solidFill>
            <a:srgbClr val="1C2B2F"/>
          </a:solidFill>
          <a:ln w="12700">
            <a:solidFill>
              <a:srgbClr val="1C2B2F"/>
            </a:solidFill>
            <a:prstDash val="solid"/>
          </a:ln>
        </p:spPr>
      </p:sp>
      <p:sp>
        <p:nvSpPr>
          <p:cNvPr id="78" name="Shape 75"/>
          <p:cNvSpPr/>
          <p:nvPr/>
        </p:nvSpPr>
        <p:spPr>
          <a:xfrm>
            <a:off x="7818120" y="4352544"/>
            <a:ext cx="109728" cy="109728"/>
          </a:xfrm>
          <a:prstGeom prst="ellipse">
            <a:avLst/>
          </a:prstGeom>
          <a:solidFill>
            <a:srgbClr val="1C2B2F"/>
          </a:solidFill>
          <a:ln w="12700">
            <a:solidFill>
              <a:srgbClr val="1C2B2F"/>
            </a:solidFill>
            <a:prstDash val="solid"/>
          </a:ln>
        </p:spPr>
      </p:sp>
      <p:sp>
        <p:nvSpPr>
          <p:cNvPr id="79" name="Shape 76"/>
          <p:cNvSpPr/>
          <p:nvPr/>
        </p:nvSpPr>
        <p:spPr>
          <a:xfrm>
            <a:off x="8001000" y="4352544"/>
            <a:ext cx="109728" cy="109728"/>
          </a:xfrm>
          <a:prstGeom prst="ellipse">
            <a:avLst/>
          </a:prstGeom>
          <a:solidFill>
            <a:srgbClr val="E3E0D7"/>
          </a:solidFill>
          <a:ln w="12700">
            <a:solidFill>
              <a:srgbClr val="E3E0D7"/>
            </a:solidFill>
            <a:prstDash val="solid"/>
          </a:ln>
        </p:spPr>
      </p:sp>
      <p:sp>
        <p:nvSpPr>
          <p:cNvPr id="80" name="Shape 77"/>
          <p:cNvSpPr/>
          <p:nvPr/>
        </p:nvSpPr>
        <p:spPr>
          <a:xfrm>
            <a:off x="8183880" y="4352544"/>
            <a:ext cx="109728" cy="109728"/>
          </a:xfrm>
          <a:prstGeom prst="ellipse">
            <a:avLst/>
          </a:prstGeom>
          <a:solidFill>
            <a:srgbClr val="E3E0D7"/>
          </a:solidFill>
          <a:ln w="12700">
            <a:solidFill>
              <a:srgbClr val="E3E0D7"/>
            </a:solidFill>
            <a:prstDash val="solid"/>
          </a:ln>
        </p:spPr>
      </p:sp>
      <p:sp>
        <p:nvSpPr>
          <p:cNvPr id="81" name="Text 78"/>
          <p:cNvSpPr txBox="1"/>
          <p:nvPr/>
        </p:nvSpPr>
        <p:spPr>
          <a:xfrm>
            <a:off x="9555480" y="42519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82" name="Shape 79"/>
          <p:cNvSpPr/>
          <p:nvPr/>
        </p:nvSpPr>
        <p:spPr>
          <a:xfrm>
            <a:off x="10012680" y="4352544"/>
            <a:ext cx="109728" cy="109728"/>
          </a:xfrm>
          <a:prstGeom prst="ellipse">
            <a:avLst/>
          </a:prstGeom>
          <a:solidFill>
            <a:srgbClr val="1C2B2F"/>
          </a:solidFill>
          <a:ln w="12700">
            <a:solidFill>
              <a:srgbClr val="1C2B2F"/>
            </a:solidFill>
            <a:prstDash val="solid"/>
          </a:ln>
        </p:spPr>
      </p:sp>
      <p:sp>
        <p:nvSpPr>
          <p:cNvPr id="83" name="Shape 80"/>
          <p:cNvSpPr/>
          <p:nvPr/>
        </p:nvSpPr>
        <p:spPr>
          <a:xfrm>
            <a:off x="10195560" y="4352544"/>
            <a:ext cx="109728" cy="109728"/>
          </a:xfrm>
          <a:prstGeom prst="ellipse">
            <a:avLst/>
          </a:prstGeom>
          <a:solidFill>
            <a:srgbClr val="1C2B2F"/>
          </a:solidFill>
          <a:ln w="12700">
            <a:solidFill>
              <a:srgbClr val="1C2B2F"/>
            </a:solidFill>
            <a:prstDash val="solid"/>
          </a:ln>
        </p:spPr>
      </p:sp>
      <p:sp>
        <p:nvSpPr>
          <p:cNvPr id="84" name="Shape 81"/>
          <p:cNvSpPr/>
          <p:nvPr/>
        </p:nvSpPr>
        <p:spPr>
          <a:xfrm>
            <a:off x="10378440" y="4352544"/>
            <a:ext cx="109728" cy="109728"/>
          </a:xfrm>
          <a:prstGeom prst="ellipse">
            <a:avLst/>
          </a:prstGeom>
          <a:solidFill>
            <a:srgbClr val="1C2B2F"/>
          </a:solidFill>
          <a:ln w="12700">
            <a:solidFill>
              <a:srgbClr val="1C2B2F"/>
            </a:solidFill>
            <a:prstDash val="solid"/>
          </a:ln>
        </p:spPr>
      </p:sp>
      <p:sp>
        <p:nvSpPr>
          <p:cNvPr id="85" name="Shape 82"/>
          <p:cNvSpPr/>
          <p:nvPr/>
        </p:nvSpPr>
        <p:spPr>
          <a:xfrm>
            <a:off x="10561320" y="4352544"/>
            <a:ext cx="109728" cy="109728"/>
          </a:xfrm>
          <a:prstGeom prst="ellipse">
            <a:avLst/>
          </a:prstGeom>
          <a:solidFill>
            <a:srgbClr val="1C2B2F"/>
          </a:solidFill>
          <a:ln w="12700">
            <a:solidFill>
              <a:srgbClr val="1C2B2F"/>
            </a:solidFill>
            <a:prstDash val="solid"/>
          </a:ln>
        </p:spPr>
      </p:sp>
      <p:sp>
        <p:nvSpPr>
          <p:cNvPr id="86" name="Shape 83"/>
          <p:cNvSpPr/>
          <p:nvPr/>
        </p:nvSpPr>
        <p:spPr>
          <a:xfrm>
            <a:off x="10744200" y="4352544"/>
            <a:ext cx="109728" cy="109728"/>
          </a:xfrm>
          <a:prstGeom prst="ellipse">
            <a:avLst/>
          </a:prstGeom>
          <a:solidFill>
            <a:srgbClr val="1C2B2F"/>
          </a:solidFill>
          <a:ln w="12700">
            <a:solidFill>
              <a:srgbClr val="1C2B2F"/>
            </a:solidFill>
            <a:prstDash val="solid"/>
          </a:ln>
        </p:spPr>
      </p:sp>
      <p:sp>
        <p:nvSpPr>
          <p:cNvPr id="87" name="Text 84"/>
          <p:cNvSpPr txBox="1"/>
          <p:nvPr/>
        </p:nvSpPr>
        <p:spPr>
          <a:xfrm>
            <a:off x="12115800" y="42519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88" name="Shape 85"/>
          <p:cNvSpPr/>
          <p:nvPr/>
        </p:nvSpPr>
        <p:spPr>
          <a:xfrm>
            <a:off x="12573000" y="4352544"/>
            <a:ext cx="109728" cy="109728"/>
          </a:xfrm>
          <a:prstGeom prst="ellipse">
            <a:avLst/>
          </a:prstGeom>
          <a:solidFill>
            <a:srgbClr val="1C2B2F"/>
          </a:solidFill>
          <a:ln w="12700">
            <a:solidFill>
              <a:srgbClr val="1C2B2F"/>
            </a:solidFill>
            <a:prstDash val="solid"/>
          </a:ln>
        </p:spPr>
      </p:sp>
      <p:sp>
        <p:nvSpPr>
          <p:cNvPr id="89" name="Shape 86"/>
          <p:cNvSpPr/>
          <p:nvPr/>
        </p:nvSpPr>
        <p:spPr>
          <a:xfrm>
            <a:off x="12755880" y="4352544"/>
            <a:ext cx="109728" cy="109728"/>
          </a:xfrm>
          <a:prstGeom prst="ellipse">
            <a:avLst/>
          </a:prstGeom>
          <a:solidFill>
            <a:srgbClr val="1C2B2F"/>
          </a:solidFill>
          <a:ln w="12700">
            <a:solidFill>
              <a:srgbClr val="1C2B2F"/>
            </a:solidFill>
            <a:prstDash val="solid"/>
          </a:ln>
        </p:spPr>
      </p:sp>
      <p:sp>
        <p:nvSpPr>
          <p:cNvPr id="90" name="Shape 87"/>
          <p:cNvSpPr/>
          <p:nvPr/>
        </p:nvSpPr>
        <p:spPr>
          <a:xfrm>
            <a:off x="12938760" y="4352544"/>
            <a:ext cx="109728" cy="109728"/>
          </a:xfrm>
          <a:prstGeom prst="ellipse">
            <a:avLst/>
          </a:prstGeom>
          <a:solidFill>
            <a:srgbClr val="1C2B2F"/>
          </a:solidFill>
          <a:ln w="12700">
            <a:solidFill>
              <a:srgbClr val="1C2B2F"/>
            </a:solidFill>
            <a:prstDash val="solid"/>
          </a:ln>
        </p:spPr>
      </p:sp>
      <p:sp>
        <p:nvSpPr>
          <p:cNvPr id="91" name="Shape 88"/>
          <p:cNvSpPr/>
          <p:nvPr/>
        </p:nvSpPr>
        <p:spPr>
          <a:xfrm>
            <a:off x="13121640" y="4352544"/>
            <a:ext cx="109728" cy="109728"/>
          </a:xfrm>
          <a:prstGeom prst="ellipse">
            <a:avLst/>
          </a:prstGeom>
          <a:solidFill>
            <a:srgbClr val="1C2B2F"/>
          </a:solidFill>
          <a:ln w="12700">
            <a:solidFill>
              <a:srgbClr val="1C2B2F"/>
            </a:solidFill>
            <a:prstDash val="solid"/>
          </a:ln>
        </p:spPr>
      </p:sp>
      <p:sp>
        <p:nvSpPr>
          <p:cNvPr id="92" name="Shape 89"/>
          <p:cNvSpPr/>
          <p:nvPr/>
        </p:nvSpPr>
        <p:spPr>
          <a:xfrm>
            <a:off x="13304520" y="4352544"/>
            <a:ext cx="109728" cy="109728"/>
          </a:xfrm>
          <a:prstGeom prst="ellipse">
            <a:avLst/>
          </a:prstGeom>
          <a:solidFill>
            <a:srgbClr val="E3E0D7"/>
          </a:solidFill>
          <a:ln w="12700">
            <a:solidFill>
              <a:srgbClr val="E3E0D7"/>
            </a:solidFill>
            <a:prstDash val="solid"/>
          </a:ln>
        </p:spPr>
      </p:sp>
      <p:sp>
        <p:nvSpPr>
          <p:cNvPr id="93" name="Text 90"/>
          <p:cNvSpPr txBox="1"/>
          <p:nvPr/>
        </p:nvSpPr>
        <p:spPr>
          <a:xfrm>
            <a:off x="14676120" y="4242816"/>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17</a:t>
            </a:r>
            <a:endParaRPr lang="en-US" sz="2000" dirty="0"/>
          </a:p>
        </p:txBody>
      </p:sp>
      <p:sp>
        <p:nvSpPr>
          <p:cNvPr id="94" name="Shape 91"/>
          <p:cNvSpPr/>
          <p:nvPr/>
        </p:nvSpPr>
        <p:spPr>
          <a:xfrm>
            <a:off x="15361920" y="4370832"/>
            <a:ext cx="1508760" cy="82296"/>
          </a:xfrm>
          <a:prstGeom prst="roundRect">
            <a:avLst>
              <a:gd name="adj" fmla="val 44444"/>
            </a:avLst>
          </a:prstGeom>
          <a:solidFill>
            <a:srgbClr val="E3E0D7"/>
          </a:solidFill>
          <a:ln w="12700">
            <a:solidFill>
              <a:srgbClr val="E3E0D7"/>
            </a:solidFill>
            <a:prstDash val="solid"/>
          </a:ln>
        </p:spPr>
      </p:sp>
      <p:sp>
        <p:nvSpPr>
          <p:cNvPr id="95" name="Shape 92"/>
          <p:cNvSpPr/>
          <p:nvPr/>
        </p:nvSpPr>
        <p:spPr>
          <a:xfrm>
            <a:off x="15361920" y="4370832"/>
            <a:ext cx="1282446" cy="82296"/>
          </a:xfrm>
          <a:prstGeom prst="roundRect">
            <a:avLst>
              <a:gd name="adj" fmla="val 44444"/>
            </a:avLst>
          </a:prstGeom>
          <a:solidFill>
            <a:srgbClr val="3E6670"/>
          </a:solidFill>
          <a:ln w="12700">
            <a:solidFill>
              <a:srgbClr val="3E6670"/>
            </a:solidFill>
            <a:prstDash val="solid"/>
          </a:ln>
        </p:spPr>
      </p:sp>
      <p:sp>
        <p:nvSpPr>
          <p:cNvPr id="96" name="Shape 93"/>
          <p:cNvSpPr/>
          <p:nvPr/>
        </p:nvSpPr>
        <p:spPr>
          <a:xfrm>
            <a:off x="1143000" y="4654296"/>
            <a:ext cx="16002000" cy="420624"/>
          </a:xfrm>
          <a:prstGeom prst="roundRect">
            <a:avLst>
              <a:gd name="adj" fmla="val 21739"/>
            </a:avLst>
          </a:prstGeom>
          <a:solidFill>
            <a:srgbClr val="FCFBF8"/>
          </a:solidFill>
          <a:ln w="9525">
            <a:solidFill>
              <a:srgbClr val="E3E0D7"/>
            </a:solidFill>
            <a:prstDash val="solid"/>
          </a:ln>
        </p:spPr>
      </p:sp>
      <p:sp>
        <p:nvSpPr>
          <p:cNvPr id="97" name="Shape 94"/>
          <p:cNvSpPr/>
          <p:nvPr/>
        </p:nvSpPr>
        <p:spPr>
          <a:xfrm>
            <a:off x="4297680" y="4654296"/>
            <a:ext cx="2331720" cy="420624"/>
          </a:xfrm>
          <a:prstGeom prst="rect">
            <a:avLst/>
          </a:prstGeom>
          <a:solidFill>
            <a:srgbClr val="E7EDEC"/>
          </a:solidFill>
          <a:ln w="12700">
            <a:solidFill>
              <a:srgbClr val="E7EDEC"/>
            </a:solidFill>
            <a:prstDash val="solid"/>
          </a:ln>
        </p:spPr>
      </p:sp>
      <p:sp>
        <p:nvSpPr>
          <p:cNvPr id="98" name="Text 95"/>
          <p:cNvSpPr txBox="1"/>
          <p:nvPr/>
        </p:nvSpPr>
        <p:spPr>
          <a:xfrm>
            <a:off x="1417320" y="4754880"/>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3.</a:t>
            </a:r>
            <a:endParaRPr lang="en-US" sz="1500" dirty="0"/>
          </a:p>
        </p:txBody>
      </p:sp>
      <p:sp>
        <p:nvSpPr>
          <p:cNvPr id="99" name="Text 96"/>
          <p:cNvSpPr txBox="1"/>
          <p:nvPr/>
        </p:nvSpPr>
        <p:spPr>
          <a:xfrm>
            <a:off x="1828800" y="4736592"/>
            <a:ext cx="1737360" cy="292608"/>
          </a:xfrm>
          <a:prstGeom prst="rect">
            <a:avLst/>
          </a:prstGeom>
          <a:noFill/>
          <a:ln/>
        </p:spPr>
        <p:txBody>
          <a:bodyPr wrap="square" lIns="0" tIns="0" rIns="0" bIns="0" rtlCol="0" anchor="t"/>
          <a:lstStyle/>
          <a:p>
            <a:pPr indent="0" marL="0">
              <a:buNone/>
            </a:pPr>
            <a:r>
              <a:rPr lang="en-US" sz="1700" dirty="0">
                <a:solidFill>
                  <a:srgbClr val="55676B"/>
                </a:solidFill>
                <a:latin typeface="Geist Medium" pitchFamily="34" charset="0"/>
                <a:ea typeface="Geist Medium" pitchFamily="34" charset="-122"/>
                <a:cs typeface="Geist Medium" pitchFamily="34" charset="-120"/>
              </a:rPr>
              <a:t>Germany</a:t>
            </a:r>
            <a:endParaRPr lang="en-US" sz="1700" dirty="0"/>
          </a:p>
        </p:txBody>
      </p:sp>
      <p:sp>
        <p:nvSpPr>
          <p:cNvPr id="100" name="Text 97"/>
          <p:cNvSpPr txBox="1"/>
          <p:nvPr/>
        </p:nvSpPr>
        <p:spPr>
          <a:xfrm>
            <a:off x="4434840" y="47274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2</a:t>
            </a:r>
            <a:endParaRPr lang="en-US" sz="1800" dirty="0"/>
          </a:p>
        </p:txBody>
      </p:sp>
      <p:sp>
        <p:nvSpPr>
          <p:cNvPr id="101" name="Shape 98"/>
          <p:cNvSpPr/>
          <p:nvPr/>
        </p:nvSpPr>
        <p:spPr>
          <a:xfrm>
            <a:off x="4892040" y="4828032"/>
            <a:ext cx="109728" cy="109728"/>
          </a:xfrm>
          <a:prstGeom prst="ellipse">
            <a:avLst/>
          </a:prstGeom>
          <a:solidFill>
            <a:srgbClr val="8A9A9D"/>
          </a:solidFill>
          <a:ln w="12700">
            <a:solidFill>
              <a:srgbClr val="8A9A9D"/>
            </a:solidFill>
            <a:prstDash val="solid"/>
          </a:ln>
        </p:spPr>
      </p:sp>
      <p:sp>
        <p:nvSpPr>
          <p:cNvPr id="102" name="Shape 99"/>
          <p:cNvSpPr/>
          <p:nvPr/>
        </p:nvSpPr>
        <p:spPr>
          <a:xfrm>
            <a:off x="5074920" y="4828032"/>
            <a:ext cx="109728" cy="109728"/>
          </a:xfrm>
          <a:prstGeom prst="ellipse">
            <a:avLst/>
          </a:prstGeom>
          <a:solidFill>
            <a:srgbClr val="8A9A9D"/>
          </a:solidFill>
          <a:ln w="12700">
            <a:solidFill>
              <a:srgbClr val="8A9A9D"/>
            </a:solidFill>
            <a:prstDash val="solid"/>
          </a:ln>
        </p:spPr>
      </p:sp>
      <p:sp>
        <p:nvSpPr>
          <p:cNvPr id="103" name="Shape 100"/>
          <p:cNvSpPr/>
          <p:nvPr/>
        </p:nvSpPr>
        <p:spPr>
          <a:xfrm>
            <a:off x="5257800" y="4828032"/>
            <a:ext cx="109728" cy="109728"/>
          </a:xfrm>
          <a:prstGeom prst="ellipse">
            <a:avLst/>
          </a:prstGeom>
          <a:solidFill>
            <a:srgbClr val="E3E0D7"/>
          </a:solidFill>
          <a:ln w="12700">
            <a:solidFill>
              <a:srgbClr val="E3E0D7"/>
            </a:solidFill>
            <a:prstDash val="solid"/>
          </a:ln>
        </p:spPr>
      </p:sp>
      <p:sp>
        <p:nvSpPr>
          <p:cNvPr id="104" name="Shape 101"/>
          <p:cNvSpPr/>
          <p:nvPr/>
        </p:nvSpPr>
        <p:spPr>
          <a:xfrm>
            <a:off x="5440680" y="4828032"/>
            <a:ext cx="109728" cy="109728"/>
          </a:xfrm>
          <a:prstGeom prst="ellipse">
            <a:avLst/>
          </a:prstGeom>
          <a:solidFill>
            <a:srgbClr val="E3E0D7"/>
          </a:solidFill>
          <a:ln w="12700">
            <a:solidFill>
              <a:srgbClr val="E3E0D7"/>
            </a:solidFill>
            <a:prstDash val="solid"/>
          </a:ln>
        </p:spPr>
      </p:sp>
      <p:sp>
        <p:nvSpPr>
          <p:cNvPr id="105" name="Shape 102"/>
          <p:cNvSpPr/>
          <p:nvPr/>
        </p:nvSpPr>
        <p:spPr>
          <a:xfrm>
            <a:off x="5623560" y="4828032"/>
            <a:ext cx="109728" cy="109728"/>
          </a:xfrm>
          <a:prstGeom prst="ellipse">
            <a:avLst/>
          </a:prstGeom>
          <a:solidFill>
            <a:srgbClr val="E3E0D7"/>
          </a:solidFill>
          <a:ln w="12700">
            <a:solidFill>
              <a:srgbClr val="E3E0D7"/>
            </a:solidFill>
            <a:prstDash val="solid"/>
          </a:ln>
        </p:spPr>
      </p:sp>
      <p:sp>
        <p:nvSpPr>
          <p:cNvPr id="106" name="Text 103"/>
          <p:cNvSpPr txBox="1"/>
          <p:nvPr/>
        </p:nvSpPr>
        <p:spPr>
          <a:xfrm>
            <a:off x="6995160" y="47274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107" name="Shape 104"/>
          <p:cNvSpPr/>
          <p:nvPr/>
        </p:nvSpPr>
        <p:spPr>
          <a:xfrm>
            <a:off x="7452360" y="4828032"/>
            <a:ext cx="109728" cy="109728"/>
          </a:xfrm>
          <a:prstGeom prst="ellipse">
            <a:avLst/>
          </a:prstGeom>
          <a:solidFill>
            <a:srgbClr val="8A9A9D"/>
          </a:solidFill>
          <a:ln w="12700">
            <a:solidFill>
              <a:srgbClr val="8A9A9D"/>
            </a:solidFill>
            <a:prstDash val="solid"/>
          </a:ln>
        </p:spPr>
      </p:sp>
      <p:sp>
        <p:nvSpPr>
          <p:cNvPr id="108" name="Shape 105"/>
          <p:cNvSpPr/>
          <p:nvPr/>
        </p:nvSpPr>
        <p:spPr>
          <a:xfrm>
            <a:off x="7635240" y="4828032"/>
            <a:ext cx="109728" cy="109728"/>
          </a:xfrm>
          <a:prstGeom prst="ellipse">
            <a:avLst/>
          </a:prstGeom>
          <a:solidFill>
            <a:srgbClr val="8A9A9D"/>
          </a:solidFill>
          <a:ln w="12700">
            <a:solidFill>
              <a:srgbClr val="8A9A9D"/>
            </a:solidFill>
            <a:prstDash val="solid"/>
          </a:ln>
        </p:spPr>
      </p:sp>
      <p:sp>
        <p:nvSpPr>
          <p:cNvPr id="109" name="Shape 106"/>
          <p:cNvSpPr/>
          <p:nvPr/>
        </p:nvSpPr>
        <p:spPr>
          <a:xfrm>
            <a:off x="7818120" y="4828032"/>
            <a:ext cx="109728" cy="109728"/>
          </a:xfrm>
          <a:prstGeom prst="ellipse">
            <a:avLst/>
          </a:prstGeom>
          <a:solidFill>
            <a:srgbClr val="8A9A9D"/>
          </a:solidFill>
          <a:ln w="12700">
            <a:solidFill>
              <a:srgbClr val="8A9A9D"/>
            </a:solidFill>
            <a:prstDash val="solid"/>
          </a:ln>
        </p:spPr>
      </p:sp>
      <p:sp>
        <p:nvSpPr>
          <p:cNvPr id="110" name="Shape 107"/>
          <p:cNvSpPr/>
          <p:nvPr/>
        </p:nvSpPr>
        <p:spPr>
          <a:xfrm>
            <a:off x="8001000" y="4828032"/>
            <a:ext cx="109728" cy="109728"/>
          </a:xfrm>
          <a:prstGeom prst="ellipse">
            <a:avLst/>
          </a:prstGeom>
          <a:solidFill>
            <a:srgbClr val="8A9A9D"/>
          </a:solidFill>
          <a:ln w="12700">
            <a:solidFill>
              <a:srgbClr val="8A9A9D"/>
            </a:solidFill>
            <a:prstDash val="solid"/>
          </a:ln>
        </p:spPr>
      </p:sp>
      <p:sp>
        <p:nvSpPr>
          <p:cNvPr id="111" name="Shape 108"/>
          <p:cNvSpPr/>
          <p:nvPr/>
        </p:nvSpPr>
        <p:spPr>
          <a:xfrm>
            <a:off x="8183880" y="4828032"/>
            <a:ext cx="109728" cy="109728"/>
          </a:xfrm>
          <a:prstGeom prst="ellipse">
            <a:avLst/>
          </a:prstGeom>
          <a:solidFill>
            <a:srgbClr val="8A9A9D"/>
          </a:solidFill>
          <a:ln w="12700">
            <a:solidFill>
              <a:srgbClr val="8A9A9D"/>
            </a:solidFill>
            <a:prstDash val="solid"/>
          </a:ln>
        </p:spPr>
      </p:sp>
      <p:sp>
        <p:nvSpPr>
          <p:cNvPr id="112" name="Text 109"/>
          <p:cNvSpPr txBox="1"/>
          <p:nvPr/>
        </p:nvSpPr>
        <p:spPr>
          <a:xfrm>
            <a:off x="9555480" y="47274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4</a:t>
            </a:r>
            <a:endParaRPr lang="en-US" sz="1800" dirty="0"/>
          </a:p>
        </p:txBody>
      </p:sp>
      <p:sp>
        <p:nvSpPr>
          <p:cNvPr id="113" name="Shape 110"/>
          <p:cNvSpPr/>
          <p:nvPr/>
        </p:nvSpPr>
        <p:spPr>
          <a:xfrm>
            <a:off x="10012680" y="4828032"/>
            <a:ext cx="109728" cy="109728"/>
          </a:xfrm>
          <a:prstGeom prst="ellipse">
            <a:avLst/>
          </a:prstGeom>
          <a:solidFill>
            <a:srgbClr val="8A9A9D"/>
          </a:solidFill>
          <a:ln w="12700">
            <a:solidFill>
              <a:srgbClr val="8A9A9D"/>
            </a:solidFill>
            <a:prstDash val="solid"/>
          </a:ln>
        </p:spPr>
      </p:sp>
      <p:sp>
        <p:nvSpPr>
          <p:cNvPr id="114" name="Shape 111"/>
          <p:cNvSpPr/>
          <p:nvPr/>
        </p:nvSpPr>
        <p:spPr>
          <a:xfrm>
            <a:off x="10195560" y="4828032"/>
            <a:ext cx="109728" cy="109728"/>
          </a:xfrm>
          <a:prstGeom prst="ellipse">
            <a:avLst/>
          </a:prstGeom>
          <a:solidFill>
            <a:srgbClr val="8A9A9D"/>
          </a:solidFill>
          <a:ln w="12700">
            <a:solidFill>
              <a:srgbClr val="8A9A9D"/>
            </a:solidFill>
            <a:prstDash val="solid"/>
          </a:ln>
        </p:spPr>
      </p:sp>
      <p:sp>
        <p:nvSpPr>
          <p:cNvPr id="115" name="Shape 112"/>
          <p:cNvSpPr/>
          <p:nvPr/>
        </p:nvSpPr>
        <p:spPr>
          <a:xfrm>
            <a:off x="10378440" y="4828032"/>
            <a:ext cx="109728" cy="109728"/>
          </a:xfrm>
          <a:prstGeom prst="ellipse">
            <a:avLst/>
          </a:prstGeom>
          <a:solidFill>
            <a:srgbClr val="8A9A9D"/>
          </a:solidFill>
          <a:ln w="12700">
            <a:solidFill>
              <a:srgbClr val="8A9A9D"/>
            </a:solidFill>
            <a:prstDash val="solid"/>
          </a:ln>
        </p:spPr>
      </p:sp>
      <p:sp>
        <p:nvSpPr>
          <p:cNvPr id="116" name="Shape 113"/>
          <p:cNvSpPr/>
          <p:nvPr/>
        </p:nvSpPr>
        <p:spPr>
          <a:xfrm>
            <a:off x="10561320" y="4828032"/>
            <a:ext cx="109728" cy="109728"/>
          </a:xfrm>
          <a:prstGeom prst="ellipse">
            <a:avLst/>
          </a:prstGeom>
          <a:solidFill>
            <a:srgbClr val="8A9A9D"/>
          </a:solidFill>
          <a:ln w="12700">
            <a:solidFill>
              <a:srgbClr val="8A9A9D"/>
            </a:solidFill>
            <a:prstDash val="solid"/>
          </a:ln>
        </p:spPr>
      </p:sp>
      <p:sp>
        <p:nvSpPr>
          <p:cNvPr id="117" name="Shape 114"/>
          <p:cNvSpPr/>
          <p:nvPr/>
        </p:nvSpPr>
        <p:spPr>
          <a:xfrm>
            <a:off x="10744200" y="4828032"/>
            <a:ext cx="109728" cy="109728"/>
          </a:xfrm>
          <a:prstGeom prst="ellipse">
            <a:avLst/>
          </a:prstGeom>
          <a:solidFill>
            <a:srgbClr val="E3E0D7"/>
          </a:solidFill>
          <a:ln w="12700">
            <a:solidFill>
              <a:srgbClr val="E3E0D7"/>
            </a:solidFill>
            <a:prstDash val="solid"/>
          </a:ln>
        </p:spPr>
      </p:sp>
      <p:sp>
        <p:nvSpPr>
          <p:cNvPr id="118" name="Text 115"/>
          <p:cNvSpPr txBox="1"/>
          <p:nvPr/>
        </p:nvSpPr>
        <p:spPr>
          <a:xfrm>
            <a:off x="12115800" y="47274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4</a:t>
            </a:r>
            <a:endParaRPr lang="en-US" sz="1800" dirty="0"/>
          </a:p>
        </p:txBody>
      </p:sp>
      <p:sp>
        <p:nvSpPr>
          <p:cNvPr id="119" name="Shape 116"/>
          <p:cNvSpPr/>
          <p:nvPr/>
        </p:nvSpPr>
        <p:spPr>
          <a:xfrm>
            <a:off x="12573000" y="4828032"/>
            <a:ext cx="109728" cy="109728"/>
          </a:xfrm>
          <a:prstGeom prst="ellipse">
            <a:avLst/>
          </a:prstGeom>
          <a:solidFill>
            <a:srgbClr val="8A9A9D"/>
          </a:solidFill>
          <a:ln w="12700">
            <a:solidFill>
              <a:srgbClr val="8A9A9D"/>
            </a:solidFill>
            <a:prstDash val="solid"/>
          </a:ln>
        </p:spPr>
      </p:sp>
      <p:sp>
        <p:nvSpPr>
          <p:cNvPr id="120" name="Shape 117"/>
          <p:cNvSpPr/>
          <p:nvPr/>
        </p:nvSpPr>
        <p:spPr>
          <a:xfrm>
            <a:off x="12755880" y="4828032"/>
            <a:ext cx="109728" cy="109728"/>
          </a:xfrm>
          <a:prstGeom prst="ellipse">
            <a:avLst/>
          </a:prstGeom>
          <a:solidFill>
            <a:srgbClr val="8A9A9D"/>
          </a:solidFill>
          <a:ln w="12700">
            <a:solidFill>
              <a:srgbClr val="8A9A9D"/>
            </a:solidFill>
            <a:prstDash val="solid"/>
          </a:ln>
        </p:spPr>
      </p:sp>
      <p:sp>
        <p:nvSpPr>
          <p:cNvPr id="121" name="Shape 118"/>
          <p:cNvSpPr/>
          <p:nvPr/>
        </p:nvSpPr>
        <p:spPr>
          <a:xfrm>
            <a:off x="12938760" y="4828032"/>
            <a:ext cx="109728" cy="109728"/>
          </a:xfrm>
          <a:prstGeom prst="ellipse">
            <a:avLst/>
          </a:prstGeom>
          <a:solidFill>
            <a:srgbClr val="8A9A9D"/>
          </a:solidFill>
          <a:ln w="12700">
            <a:solidFill>
              <a:srgbClr val="8A9A9D"/>
            </a:solidFill>
            <a:prstDash val="solid"/>
          </a:ln>
        </p:spPr>
      </p:sp>
      <p:sp>
        <p:nvSpPr>
          <p:cNvPr id="122" name="Shape 119"/>
          <p:cNvSpPr/>
          <p:nvPr/>
        </p:nvSpPr>
        <p:spPr>
          <a:xfrm>
            <a:off x="13121640" y="4828032"/>
            <a:ext cx="109728" cy="109728"/>
          </a:xfrm>
          <a:prstGeom prst="ellipse">
            <a:avLst/>
          </a:prstGeom>
          <a:solidFill>
            <a:srgbClr val="8A9A9D"/>
          </a:solidFill>
          <a:ln w="12700">
            <a:solidFill>
              <a:srgbClr val="8A9A9D"/>
            </a:solidFill>
            <a:prstDash val="solid"/>
          </a:ln>
        </p:spPr>
      </p:sp>
      <p:sp>
        <p:nvSpPr>
          <p:cNvPr id="123" name="Shape 120"/>
          <p:cNvSpPr/>
          <p:nvPr/>
        </p:nvSpPr>
        <p:spPr>
          <a:xfrm>
            <a:off x="13304520" y="4828032"/>
            <a:ext cx="109728" cy="109728"/>
          </a:xfrm>
          <a:prstGeom prst="ellipse">
            <a:avLst/>
          </a:prstGeom>
          <a:solidFill>
            <a:srgbClr val="E3E0D7"/>
          </a:solidFill>
          <a:ln w="12700">
            <a:solidFill>
              <a:srgbClr val="E3E0D7"/>
            </a:solidFill>
            <a:prstDash val="solid"/>
          </a:ln>
        </p:spPr>
      </p:sp>
      <p:sp>
        <p:nvSpPr>
          <p:cNvPr id="124" name="Text 121"/>
          <p:cNvSpPr txBox="1"/>
          <p:nvPr/>
        </p:nvSpPr>
        <p:spPr>
          <a:xfrm>
            <a:off x="14676120" y="4718304"/>
            <a:ext cx="548640" cy="329184"/>
          </a:xfrm>
          <a:prstGeom prst="rect">
            <a:avLst/>
          </a:prstGeom>
          <a:noFill/>
          <a:ln/>
        </p:spPr>
        <p:txBody>
          <a:bodyPr wrap="square" lIns="0" tIns="0" rIns="0" bIns="0" rtlCol="0" anchor="t"/>
          <a:lstStyle/>
          <a:p>
            <a:pPr indent="0" marL="0">
              <a:buNone/>
            </a:pPr>
            <a:r>
              <a:rPr lang="en-US" sz="2000" dirty="0">
                <a:solidFill>
                  <a:srgbClr val="55676B"/>
                </a:solidFill>
                <a:latin typeface="Geist Medium" pitchFamily="34" charset="0"/>
                <a:ea typeface="Geist Medium" pitchFamily="34" charset="-122"/>
                <a:cs typeface="Geist Medium" pitchFamily="34" charset="-120"/>
              </a:rPr>
              <a:t>15</a:t>
            </a:r>
            <a:endParaRPr lang="en-US" sz="2000" dirty="0"/>
          </a:p>
        </p:txBody>
      </p:sp>
      <p:sp>
        <p:nvSpPr>
          <p:cNvPr id="125" name="Shape 122"/>
          <p:cNvSpPr/>
          <p:nvPr/>
        </p:nvSpPr>
        <p:spPr>
          <a:xfrm>
            <a:off x="15361920" y="4846320"/>
            <a:ext cx="1508760" cy="82296"/>
          </a:xfrm>
          <a:prstGeom prst="roundRect">
            <a:avLst>
              <a:gd name="adj" fmla="val 44444"/>
            </a:avLst>
          </a:prstGeom>
          <a:solidFill>
            <a:srgbClr val="E3E0D7"/>
          </a:solidFill>
          <a:ln w="12700">
            <a:solidFill>
              <a:srgbClr val="E3E0D7"/>
            </a:solidFill>
            <a:prstDash val="solid"/>
          </a:ln>
        </p:spPr>
      </p:sp>
      <p:sp>
        <p:nvSpPr>
          <p:cNvPr id="126" name="Shape 123"/>
          <p:cNvSpPr/>
          <p:nvPr/>
        </p:nvSpPr>
        <p:spPr>
          <a:xfrm>
            <a:off x="15361920" y="4846320"/>
            <a:ext cx="1131570" cy="82296"/>
          </a:xfrm>
          <a:prstGeom prst="roundRect">
            <a:avLst>
              <a:gd name="adj" fmla="val 44444"/>
            </a:avLst>
          </a:prstGeom>
          <a:solidFill>
            <a:srgbClr val="CFD6D3"/>
          </a:solidFill>
          <a:ln w="12700">
            <a:solidFill>
              <a:srgbClr val="CFD6D3"/>
            </a:solidFill>
            <a:prstDash val="solid"/>
          </a:ln>
        </p:spPr>
      </p:sp>
      <p:sp>
        <p:nvSpPr>
          <p:cNvPr id="127" name="Shape 124"/>
          <p:cNvSpPr/>
          <p:nvPr/>
        </p:nvSpPr>
        <p:spPr>
          <a:xfrm>
            <a:off x="1143000" y="5129784"/>
            <a:ext cx="16002000" cy="420624"/>
          </a:xfrm>
          <a:prstGeom prst="roundRect">
            <a:avLst>
              <a:gd name="adj" fmla="val 21739"/>
            </a:avLst>
          </a:prstGeom>
          <a:solidFill>
            <a:srgbClr val="FCFBF8"/>
          </a:solidFill>
          <a:ln w="9525">
            <a:solidFill>
              <a:srgbClr val="E3E0D7"/>
            </a:solidFill>
            <a:prstDash val="solid"/>
          </a:ln>
        </p:spPr>
      </p:sp>
      <p:sp>
        <p:nvSpPr>
          <p:cNvPr id="128" name="Shape 125"/>
          <p:cNvSpPr/>
          <p:nvPr/>
        </p:nvSpPr>
        <p:spPr>
          <a:xfrm>
            <a:off x="4297680" y="5129784"/>
            <a:ext cx="2331720" cy="420624"/>
          </a:xfrm>
          <a:prstGeom prst="rect">
            <a:avLst/>
          </a:prstGeom>
          <a:solidFill>
            <a:srgbClr val="E7EDEC"/>
          </a:solidFill>
          <a:ln w="12700">
            <a:solidFill>
              <a:srgbClr val="E7EDEC"/>
            </a:solidFill>
            <a:prstDash val="solid"/>
          </a:ln>
        </p:spPr>
      </p:sp>
      <p:sp>
        <p:nvSpPr>
          <p:cNvPr id="129" name="Text 126"/>
          <p:cNvSpPr txBox="1"/>
          <p:nvPr/>
        </p:nvSpPr>
        <p:spPr>
          <a:xfrm>
            <a:off x="1417320" y="5230368"/>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4.</a:t>
            </a:r>
            <a:endParaRPr lang="en-US" sz="1500" dirty="0"/>
          </a:p>
        </p:txBody>
      </p:sp>
      <p:sp>
        <p:nvSpPr>
          <p:cNvPr id="130" name="Text 127"/>
          <p:cNvSpPr txBox="1"/>
          <p:nvPr/>
        </p:nvSpPr>
        <p:spPr>
          <a:xfrm>
            <a:off x="1828800" y="5212080"/>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Belgium</a:t>
            </a:r>
            <a:endParaRPr lang="en-US" sz="1700" dirty="0"/>
          </a:p>
        </p:txBody>
      </p:sp>
      <p:sp>
        <p:nvSpPr>
          <p:cNvPr id="131" name="Text 128"/>
          <p:cNvSpPr txBox="1"/>
          <p:nvPr/>
        </p:nvSpPr>
        <p:spPr>
          <a:xfrm>
            <a:off x="4434840" y="52029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132" name="Shape 129"/>
          <p:cNvSpPr/>
          <p:nvPr/>
        </p:nvSpPr>
        <p:spPr>
          <a:xfrm>
            <a:off x="4892040" y="5303520"/>
            <a:ext cx="109728" cy="109728"/>
          </a:xfrm>
          <a:prstGeom prst="ellipse">
            <a:avLst/>
          </a:prstGeom>
          <a:solidFill>
            <a:srgbClr val="1C2B2F"/>
          </a:solidFill>
          <a:ln w="12700">
            <a:solidFill>
              <a:srgbClr val="1C2B2F"/>
            </a:solidFill>
            <a:prstDash val="solid"/>
          </a:ln>
        </p:spPr>
      </p:sp>
      <p:sp>
        <p:nvSpPr>
          <p:cNvPr id="133" name="Shape 130"/>
          <p:cNvSpPr/>
          <p:nvPr/>
        </p:nvSpPr>
        <p:spPr>
          <a:xfrm>
            <a:off x="5074920" y="5303520"/>
            <a:ext cx="109728" cy="109728"/>
          </a:xfrm>
          <a:prstGeom prst="ellipse">
            <a:avLst/>
          </a:prstGeom>
          <a:solidFill>
            <a:srgbClr val="1C2B2F"/>
          </a:solidFill>
          <a:ln w="12700">
            <a:solidFill>
              <a:srgbClr val="1C2B2F"/>
            </a:solidFill>
            <a:prstDash val="solid"/>
          </a:ln>
        </p:spPr>
      </p:sp>
      <p:sp>
        <p:nvSpPr>
          <p:cNvPr id="134" name="Shape 131"/>
          <p:cNvSpPr/>
          <p:nvPr/>
        </p:nvSpPr>
        <p:spPr>
          <a:xfrm>
            <a:off x="5257800" y="5303520"/>
            <a:ext cx="109728" cy="109728"/>
          </a:xfrm>
          <a:prstGeom prst="ellipse">
            <a:avLst/>
          </a:prstGeom>
          <a:solidFill>
            <a:srgbClr val="1C2B2F"/>
          </a:solidFill>
          <a:ln w="12700">
            <a:solidFill>
              <a:srgbClr val="1C2B2F"/>
            </a:solidFill>
            <a:prstDash val="solid"/>
          </a:ln>
        </p:spPr>
      </p:sp>
      <p:sp>
        <p:nvSpPr>
          <p:cNvPr id="135" name="Shape 132"/>
          <p:cNvSpPr/>
          <p:nvPr/>
        </p:nvSpPr>
        <p:spPr>
          <a:xfrm>
            <a:off x="5440680" y="5303520"/>
            <a:ext cx="109728" cy="109728"/>
          </a:xfrm>
          <a:prstGeom prst="ellipse">
            <a:avLst/>
          </a:prstGeom>
          <a:solidFill>
            <a:srgbClr val="1C2B2F"/>
          </a:solidFill>
          <a:ln w="12700">
            <a:solidFill>
              <a:srgbClr val="1C2B2F"/>
            </a:solidFill>
            <a:prstDash val="solid"/>
          </a:ln>
        </p:spPr>
      </p:sp>
      <p:sp>
        <p:nvSpPr>
          <p:cNvPr id="136" name="Shape 133"/>
          <p:cNvSpPr/>
          <p:nvPr/>
        </p:nvSpPr>
        <p:spPr>
          <a:xfrm>
            <a:off x="5623560" y="5303520"/>
            <a:ext cx="109728" cy="109728"/>
          </a:xfrm>
          <a:prstGeom prst="ellipse">
            <a:avLst/>
          </a:prstGeom>
          <a:solidFill>
            <a:srgbClr val="1C2B2F"/>
          </a:solidFill>
          <a:ln w="12700">
            <a:solidFill>
              <a:srgbClr val="1C2B2F"/>
            </a:solidFill>
            <a:prstDash val="solid"/>
          </a:ln>
        </p:spPr>
      </p:sp>
      <p:sp>
        <p:nvSpPr>
          <p:cNvPr id="137" name="Text 134"/>
          <p:cNvSpPr txBox="1"/>
          <p:nvPr/>
        </p:nvSpPr>
        <p:spPr>
          <a:xfrm>
            <a:off x="6995160" y="52029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38" name="Shape 135"/>
          <p:cNvSpPr/>
          <p:nvPr/>
        </p:nvSpPr>
        <p:spPr>
          <a:xfrm>
            <a:off x="7452360" y="5303520"/>
            <a:ext cx="109728" cy="109728"/>
          </a:xfrm>
          <a:prstGeom prst="ellipse">
            <a:avLst/>
          </a:prstGeom>
          <a:solidFill>
            <a:srgbClr val="1C2B2F"/>
          </a:solidFill>
          <a:ln w="12700">
            <a:solidFill>
              <a:srgbClr val="1C2B2F"/>
            </a:solidFill>
            <a:prstDash val="solid"/>
          </a:ln>
        </p:spPr>
      </p:sp>
      <p:sp>
        <p:nvSpPr>
          <p:cNvPr id="139" name="Shape 136"/>
          <p:cNvSpPr/>
          <p:nvPr/>
        </p:nvSpPr>
        <p:spPr>
          <a:xfrm>
            <a:off x="7635240" y="5303520"/>
            <a:ext cx="109728" cy="109728"/>
          </a:xfrm>
          <a:prstGeom prst="ellipse">
            <a:avLst/>
          </a:prstGeom>
          <a:solidFill>
            <a:srgbClr val="1C2B2F"/>
          </a:solidFill>
          <a:ln w="12700">
            <a:solidFill>
              <a:srgbClr val="1C2B2F"/>
            </a:solidFill>
            <a:prstDash val="solid"/>
          </a:ln>
        </p:spPr>
      </p:sp>
      <p:sp>
        <p:nvSpPr>
          <p:cNvPr id="140" name="Shape 137"/>
          <p:cNvSpPr/>
          <p:nvPr/>
        </p:nvSpPr>
        <p:spPr>
          <a:xfrm>
            <a:off x="7818120" y="5303520"/>
            <a:ext cx="109728" cy="109728"/>
          </a:xfrm>
          <a:prstGeom prst="ellipse">
            <a:avLst/>
          </a:prstGeom>
          <a:solidFill>
            <a:srgbClr val="1C2B2F"/>
          </a:solidFill>
          <a:ln w="12700">
            <a:solidFill>
              <a:srgbClr val="1C2B2F"/>
            </a:solidFill>
            <a:prstDash val="solid"/>
          </a:ln>
        </p:spPr>
      </p:sp>
      <p:sp>
        <p:nvSpPr>
          <p:cNvPr id="141" name="Shape 138"/>
          <p:cNvSpPr/>
          <p:nvPr/>
        </p:nvSpPr>
        <p:spPr>
          <a:xfrm>
            <a:off x="8001000" y="5303520"/>
            <a:ext cx="109728" cy="109728"/>
          </a:xfrm>
          <a:prstGeom prst="ellipse">
            <a:avLst/>
          </a:prstGeom>
          <a:solidFill>
            <a:srgbClr val="E3E0D7"/>
          </a:solidFill>
          <a:ln w="12700">
            <a:solidFill>
              <a:srgbClr val="E3E0D7"/>
            </a:solidFill>
            <a:prstDash val="solid"/>
          </a:ln>
        </p:spPr>
      </p:sp>
      <p:sp>
        <p:nvSpPr>
          <p:cNvPr id="142" name="Shape 139"/>
          <p:cNvSpPr/>
          <p:nvPr/>
        </p:nvSpPr>
        <p:spPr>
          <a:xfrm>
            <a:off x="8183880" y="5303520"/>
            <a:ext cx="109728" cy="109728"/>
          </a:xfrm>
          <a:prstGeom prst="ellipse">
            <a:avLst/>
          </a:prstGeom>
          <a:solidFill>
            <a:srgbClr val="E3E0D7"/>
          </a:solidFill>
          <a:ln w="12700">
            <a:solidFill>
              <a:srgbClr val="E3E0D7"/>
            </a:solidFill>
            <a:prstDash val="solid"/>
          </a:ln>
        </p:spPr>
      </p:sp>
      <p:sp>
        <p:nvSpPr>
          <p:cNvPr id="143" name="Text 140"/>
          <p:cNvSpPr txBox="1"/>
          <p:nvPr/>
        </p:nvSpPr>
        <p:spPr>
          <a:xfrm>
            <a:off x="9555480" y="52029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44" name="Shape 141"/>
          <p:cNvSpPr/>
          <p:nvPr/>
        </p:nvSpPr>
        <p:spPr>
          <a:xfrm>
            <a:off x="10012680" y="5303520"/>
            <a:ext cx="109728" cy="109728"/>
          </a:xfrm>
          <a:prstGeom prst="ellipse">
            <a:avLst/>
          </a:prstGeom>
          <a:solidFill>
            <a:srgbClr val="1C2B2F"/>
          </a:solidFill>
          <a:ln w="12700">
            <a:solidFill>
              <a:srgbClr val="1C2B2F"/>
            </a:solidFill>
            <a:prstDash val="solid"/>
          </a:ln>
        </p:spPr>
      </p:sp>
      <p:sp>
        <p:nvSpPr>
          <p:cNvPr id="145" name="Shape 142"/>
          <p:cNvSpPr/>
          <p:nvPr/>
        </p:nvSpPr>
        <p:spPr>
          <a:xfrm>
            <a:off x="10195560" y="5303520"/>
            <a:ext cx="109728" cy="109728"/>
          </a:xfrm>
          <a:prstGeom prst="ellipse">
            <a:avLst/>
          </a:prstGeom>
          <a:solidFill>
            <a:srgbClr val="1C2B2F"/>
          </a:solidFill>
          <a:ln w="12700">
            <a:solidFill>
              <a:srgbClr val="1C2B2F"/>
            </a:solidFill>
            <a:prstDash val="solid"/>
          </a:ln>
        </p:spPr>
      </p:sp>
      <p:sp>
        <p:nvSpPr>
          <p:cNvPr id="146" name="Shape 143"/>
          <p:cNvSpPr/>
          <p:nvPr/>
        </p:nvSpPr>
        <p:spPr>
          <a:xfrm>
            <a:off x="10378440" y="5303520"/>
            <a:ext cx="109728" cy="109728"/>
          </a:xfrm>
          <a:prstGeom prst="ellipse">
            <a:avLst/>
          </a:prstGeom>
          <a:solidFill>
            <a:srgbClr val="1C2B2F"/>
          </a:solidFill>
          <a:ln w="12700">
            <a:solidFill>
              <a:srgbClr val="1C2B2F"/>
            </a:solidFill>
            <a:prstDash val="solid"/>
          </a:ln>
        </p:spPr>
      </p:sp>
      <p:sp>
        <p:nvSpPr>
          <p:cNvPr id="147" name="Shape 144"/>
          <p:cNvSpPr/>
          <p:nvPr/>
        </p:nvSpPr>
        <p:spPr>
          <a:xfrm>
            <a:off x="10561320" y="5303520"/>
            <a:ext cx="109728" cy="109728"/>
          </a:xfrm>
          <a:prstGeom prst="ellipse">
            <a:avLst/>
          </a:prstGeom>
          <a:solidFill>
            <a:srgbClr val="E3E0D7"/>
          </a:solidFill>
          <a:ln w="12700">
            <a:solidFill>
              <a:srgbClr val="E3E0D7"/>
            </a:solidFill>
            <a:prstDash val="solid"/>
          </a:ln>
        </p:spPr>
      </p:sp>
      <p:sp>
        <p:nvSpPr>
          <p:cNvPr id="148" name="Shape 145"/>
          <p:cNvSpPr/>
          <p:nvPr/>
        </p:nvSpPr>
        <p:spPr>
          <a:xfrm>
            <a:off x="10744200" y="5303520"/>
            <a:ext cx="109728" cy="109728"/>
          </a:xfrm>
          <a:prstGeom prst="ellipse">
            <a:avLst/>
          </a:prstGeom>
          <a:solidFill>
            <a:srgbClr val="E3E0D7"/>
          </a:solidFill>
          <a:ln w="12700">
            <a:solidFill>
              <a:srgbClr val="E3E0D7"/>
            </a:solidFill>
            <a:prstDash val="solid"/>
          </a:ln>
        </p:spPr>
      </p:sp>
      <p:sp>
        <p:nvSpPr>
          <p:cNvPr id="149" name="Text 146"/>
          <p:cNvSpPr txBox="1"/>
          <p:nvPr/>
        </p:nvSpPr>
        <p:spPr>
          <a:xfrm>
            <a:off x="12115800" y="52029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50" name="Shape 147"/>
          <p:cNvSpPr/>
          <p:nvPr/>
        </p:nvSpPr>
        <p:spPr>
          <a:xfrm>
            <a:off x="12573000" y="5303520"/>
            <a:ext cx="109728" cy="109728"/>
          </a:xfrm>
          <a:prstGeom prst="ellipse">
            <a:avLst/>
          </a:prstGeom>
          <a:solidFill>
            <a:srgbClr val="1C2B2F"/>
          </a:solidFill>
          <a:ln w="12700">
            <a:solidFill>
              <a:srgbClr val="1C2B2F"/>
            </a:solidFill>
            <a:prstDash val="solid"/>
          </a:ln>
        </p:spPr>
      </p:sp>
      <p:sp>
        <p:nvSpPr>
          <p:cNvPr id="151" name="Shape 148"/>
          <p:cNvSpPr/>
          <p:nvPr/>
        </p:nvSpPr>
        <p:spPr>
          <a:xfrm>
            <a:off x="12755880" y="5303520"/>
            <a:ext cx="109728" cy="109728"/>
          </a:xfrm>
          <a:prstGeom prst="ellipse">
            <a:avLst/>
          </a:prstGeom>
          <a:solidFill>
            <a:srgbClr val="1C2B2F"/>
          </a:solidFill>
          <a:ln w="12700">
            <a:solidFill>
              <a:srgbClr val="1C2B2F"/>
            </a:solidFill>
            <a:prstDash val="solid"/>
          </a:ln>
        </p:spPr>
      </p:sp>
      <p:sp>
        <p:nvSpPr>
          <p:cNvPr id="152" name="Shape 149"/>
          <p:cNvSpPr/>
          <p:nvPr/>
        </p:nvSpPr>
        <p:spPr>
          <a:xfrm>
            <a:off x="12938760" y="5303520"/>
            <a:ext cx="109728" cy="109728"/>
          </a:xfrm>
          <a:prstGeom prst="ellipse">
            <a:avLst/>
          </a:prstGeom>
          <a:solidFill>
            <a:srgbClr val="1C2B2F"/>
          </a:solidFill>
          <a:ln w="12700">
            <a:solidFill>
              <a:srgbClr val="1C2B2F"/>
            </a:solidFill>
            <a:prstDash val="solid"/>
          </a:ln>
        </p:spPr>
      </p:sp>
      <p:sp>
        <p:nvSpPr>
          <p:cNvPr id="153" name="Shape 150"/>
          <p:cNvSpPr/>
          <p:nvPr/>
        </p:nvSpPr>
        <p:spPr>
          <a:xfrm>
            <a:off x="13121640" y="5303520"/>
            <a:ext cx="109728" cy="109728"/>
          </a:xfrm>
          <a:prstGeom prst="ellipse">
            <a:avLst/>
          </a:prstGeom>
          <a:solidFill>
            <a:srgbClr val="E3E0D7"/>
          </a:solidFill>
          <a:ln w="12700">
            <a:solidFill>
              <a:srgbClr val="E3E0D7"/>
            </a:solidFill>
            <a:prstDash val="solid"/>
          </a:ln>
        </p:spPr>
      </p:sp>
      <p:sp>
        <p:nvSpPr>
          <p:cNvPr id="154" name="Shape 151"/>
          <p:cNvSpPr/>
          <p:nvPr/>
        </p:nvSpPr>
        <p:spPr>
          <a:xfrm>
            <a:off x="13304520" y="5303520"/>
            <a:ext cx="109728" cy="109728"/>
          </a:xfrm>
          <a:prstGeom prst="ellipse">
            <a:avLst/>
          </a:prstGeom>
          <a:solidFill>
            <a:srgbClr val="E3E0D7"/>
          </a:solidFill>
          <a:ln w="12700">
            <a:solidFill>
              <a:srgbClr val="E3E0D7"/>
            </a:solidFill>
            <a:prstDash val="solid"/>
          </a:ln>
        </p:spPr>
      </p:sp>
      <p:sp>
        <p:nvSpPr>
          <p:cNvPr id="155" name="Text 152"/>
          <p:cNvSpPr txBox="1"/>
          <p:nvPr/>
        </p:nvSpPr>
        <p:spPr>
          <a:xfrm>
            <a:off x="14676120" y="5193792"/>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156" name="Shape 153"/>
          <p:cNvSpPr/>
          <p:nvPr/>
        </p:nvSpPr>
        <p:spPr>
          <a:xfrm>
            <a:off x="15361920" y="5321808"/>
            <a:ext cx="1508760" cy="82296"/>
          </a:xfrm>
          <a:prstGeom prst="roundRect">
            <a:avLst>
              <a:gd name="adj" fmla="val 44444"/>
            </a:avLst>
          </a:prstGeom>
          <a:solidFill>
            <a:srgbClr val="E3E0D7"/>
          </a:solidFill>
          <a:ln w="12700">
            <a:solidFill>
              <a:srgbClr val="E3E0D7"/>
            </a:solidFill>
            <a:prstDash val="solid"/>
          </a:ln>
        </p:spPr>
      </p:sp>
      <p:sp>
        <p:nvSpPr>
          <p:cNvPr id="157" name="Shape 154"/>
          <p:cNvSpPr/>
          <p:nvPr/>
        </p:nvSpPr>
        <p:spPr>
          <a:xfrm>
            <a:off x="15361920" y="5321808"/>
            <a:ext cx="1056132" cy="82296"/>
          </a:xfrm>
          <a:prstGeom prst="roundRect">
            <a:avLst>
              <a:gd name="adj" fmla="val 44444"/>
            </a:avLst>
          </a:prstGeom>
          <a:solidFill>
            <a:srgbClr val="3E6670"/>
          </a:solidFill>
          <a:ln w="12700">
            <a:solidFill>
              <a:srgbClr val="3E6670"/>
            </a:solidFill>
            <a:prstDash val="solid"/>
          </a:ln>
        </p:spPr>
      </p:sp>
      <p:sp>
        <p:nvSpPr>
          <p:cNvPr id="158" name="Shape 155"/>
          <p:cNvSpPr/>
          <p:nvPr/>
        </p:nvSpPr>
        <p:spPr>
          <a:xfrm>
            <a:off x="1143000" y="5605272"/>
            <a:ext cx="16002000" cy="420624"/>
          </a:xfrm>
          <a:prstGeom prst="roundRect">
            <a:avLst>
              <a:gd name="adj" fmla="val 21739"/>
            </a:avLst>
          </a:prstGeom>
          <a:solidFill>
            <a:srgbClr val="FCFBF8"/>
          </a:solidFill>
          <a:ln w="9525">
            <a:solidFill>
              <a:srgbClr val="E3E0D7"/>
            </a:solidFill>
            <a:prstDash val="solid"/>
          </a:ln>
        </p:spPr>
      </p:sp>
      <p:sp>
        <p:nvSpPr>
          <p:cNvPr id="159" name="Shape 156"/>
          <p:cNvSpPr/>
          <p:nvPr/>
        </p:nvSpPr>
        <p:spPr>
          <a:xfrm>
            <a:off x="4297680" y="5605272"/>
            <a:ext cx="2331720" cy="420624"/>
          </a:xfrm>
          <a:prstGeom prst="rect">
            <a:avLst/>
          </a:prstGeom>
          <a:solidFill>
            <a:srgbClr val="E7EDEC"/>
          </a:solidFill>
          <a:ln w="12700">
            <a:solidFill>
              <a:srgbClr val="E7EDEC"/>
            </a:solidFill>
            <a:prstDash val="solid"/>
          </a:ln>
        </p:spPr>
      </p:sp>
      <p:sp>
        <p:nvSpPr>
          <p:cNvPr id="160" name="Text 157"/>
          <p:cNvSpPr txBox="1"/>
          <p:nvPr/>
        </p:nvSpPr>
        <p:spPr>
          <a:xfrm>
            <a:off x="1417320" y="5705856"/>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5.</a:t>
            </a:r>
            <a:endParaRPr lang="en-US" sz="1500" dirty="0"/>
          </a:p>
        </p:txBody>
      </p:sp>
      <p:sp>
        <p:nvSpPr>
          <p:cNvPr id="161" name="Text 158"/>
          <p:cNvSpPr txBox="1"/>
          <p:nvPr/>
        </p:nvSpPr>
        <p:spPr>
          <a:xfrm>
            <a:off x="1828800" y="5687568"/>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Italy</a:t>
            </a:r>
            <a:endParaRPr lang="en-US" sz="1700" dirty="0"/>
          </a:p>
        </p:txBody>
      </p:sp>
      <p:sp>
        <p:nvSpPr>
          <p:cNvPr id="162" name="Text 159"/>
          <p:cNvSpPr txBox="1"/>
          <p:nvPr/>
        </p:nvSpPr>
        <p:spPr>
          <a:xfrm>
            <a:off x="4434840" y="56784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63" name="Shape 160"/>
          <p:cNvSpPr/>
          <p:nvPr/>
        </p:nvSpPr>
        <p:spPr>
          <a:xfrm>
            <a:off x="4892040" y="5779008"/>
            <a:ext cx="109728" cy="109728"/>
          </a:xfrm>
          <a:prstGeom prst="ellipse">
            <a:avLst/>
          </a:prstGeom>
          <a:solidFill>
            <a:srgbClr val="1C2B2F"/>
          </a:solidFill>
          <a:ln w="12700">
            <a:solidFill>
              <a:srgbClr val="1C2B2F"/>
            </a:solidFill>
            <a:prstDash val="solid"/>
          </a:ln>
        </p:spPr>
      </p:sp>
      <p:sp>
        <p:nvSpPr>
          <p:cNvPr id="164" name="Shape 161"/>
          <p:cNvSpPr/>
          <p:nvPr/>
        </p:nvSpPr>
        <p:spPr>
          <a:xfrm>
            <a:off x="5074920" y="5779008"/>
            <a:ext cx="109728" cy="109728"/>
          </a:xfrm>
          <a:prstGeom prst="ellipse">
            <a:avLst/>
          </a:prstGeom>
          <a:solidFill>
            <a:srgbClr val="1C2B2F"/>
          </a:solidFill>
          <a:ln w="12700">
            <a:solidFill>
              <a:srgbClr val="1C2B2F"/>
            </a:solidFill>
            <a:prstDash val="solid"/>
          </a:ln>
        </p:spPr>
      </p:sp>
      <p:sp>
        <p:nvSpPr>
          <p:cNvPr id="165" name="Shape 162"/>
          <p:cNvSpPr/>
          <p:nvPr/>
        </p:nvSpPr>
        <p:spPr>
          <a:xfrm>
            <a:off x="5257800" y="5779008"/>
            <a:ext cx="109728" cy="109728"/>
          </a:xfrm>
          <a:prstGeom prst="ellipse">
            <a:avLst/>
          </a:prstGeom>
          <a:solidFill>
            <a:srgbClr val="1C2B2F"/>
          </a:solidFill>
          <a:ln w="12700">
            <a:solidFill>
              <a:srgbClr val="1C2B2F"/>
            </a:solidFill>
            <a:prstDash val="solid"/>
          </a:ln>
        </p:spPr>
      </p:sp>
      <p:sp>
        <p:nvSpPr>
          <p:cNvPr id="166" name="Shape 163"/>
          <p:cNvSpPr/>
          <p:nvPr/>
        </p:nvSpPr>
        <p:spPr>
          <a:xfrm>
            <a:off x="5440680" y="5779008"/>
            <a:ext cx="109728" cy="109728"/>
          </a:xfrm>
          <a:prstGeom prst="ellipse">
            <a:avLst/>
          </a:prstGeom>
          <a:solidFill>
            <a:srgbClr val="E3E0D7"/>
          </a:solidFill>
          <a:ln w="12700">
            <a:solidFill>
              <a:srgbClr val="E3E0D7"/>
            </a:solidFill>
            <a:prstDash val="solid"/>
          </a:ln>
        </p:spPr>
      </p:sp>
      <p:sp>
        <p:nvSpPr>
          <p:cNvPr id="167" name="Shape 164"/>
          <p:cNvSpPr/>
          <p:nvPr/>
        </p:nvSpPr>
        <p:spPr>
          <a:xfrm>
            <a:off x="5623560" y="5779008"/>
            <a:ext cx="109728" cy="109728"/>
          </a:xfrm>
          <a:prstGeom prst="ellipse">
            <a:avLst/>
          </a:prstGeom>
          <a:solidFill>
            <a:srgbClr val="E3E0D7"/>
          </a:solidFill>
          <a:ln w="12700">
            <a:solidFill>
              <a:srgbClr val="E3E0D7"/>
            </a:solidFill>
            <a:prstDash val="solid"/>
          </a:ln>
        </p:spPr>
      </p:sp>
      <p:sp>
        <p:nvSpPr>
          <p:cNvPr id="168" name="Text 165"/>
          <p:cNvSpPr txBox="1"/>
          <p:nvPr/>
        </p:nvSpPr>
        <p:spPr>
          <a:xfrm>
            <a:off x="6995160" y="56784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169" name="Shape 166"/>
          <p:cNvSpPr/>
          <p:nvPr/>
        </p:nvSpPr>
        <p:spPr>
          <a:xfrm>
            <a:off x="7452360" y="5779008"/>
            <a:ext cx="109728" cy="109728"/>
          </a:xfrm>
          <a:prstGeom prst="ellipse">
            <a:avLst/>
          </a:prstGeom>
          <a:solidFill>
            <a:srgbClr val="1C2B2F"/>
          </a:solidFill>
          <a:ln w="12700">
            <a:solidFill>
              <a:srgbClr val="1C2B2F"/>
            </a:solidFill>
            <a:prstDash val="solid"/>
          </a:ln>
        </p:spPr>
      </p:sp>
      <p:sp>
        <p:nvSpPr>
          <p:cNvPr id="170" name="Shape 167"/>
          <p:cNvSpPr/>
          <p:nvPr/>
        </p:nvSpPr>
        <p:spPr>
          <a:xfrm>
            <a:off x="7635240" y="5779008"/>
            <a:ext cx="109728" cy="109728"/>
          </a:xfrm>
          <a:prstGeom prst="ellipse">
            <a:avLst/>
          </a:prstGeom>
          <a:solidFill>
            <a:srgbClr val="1C2B2F"/>
          </a:solidFill>
          <a:ln w="12700">
            <a:solidFill>
              <a:srgbClr val="1C2B2F"/>
            </a:solidFill>
            <a:prstDash val="solid"/>
          </a:ln>
        </p:spPr>
      </p:sp>
      <p:sp>
        <p:nvSpPr>
          <p:cNvPr id="171" name="Shape 168"/>
          <p:cNvSpPr/>
          <p:nvPr/>
        </p:nvSpPr>
        <p:spPr>
          <a:xfrm>
            <a:off x="7818120" y="5779008"/>
            <a:ext cx="109728" cy="109728"/>
          </a:xfrm>
          <a:prstGeom prst="ellipse">
            <a:avLst/>
          </a:prstGeom>
          <a:solidFill>
            <a:srgbClr val="1C2B2F"/>
          </a:solidFill>
          <a:ln w="12700">
            <a:solidFill>
              <a:srgbClr val="1C2B2F"/>
            </a:solidFill>
            <a:prstDash val="solid"/>
          </a:ln>
        </p:spPr>
      </p:sp>
      <p:sp>
        <p:nvSpPr>
          <p:cNvPr id="172" name="Shape 169"/>
          <p:cNvSpPr/>
          <p:nvPr/>
        </p:nvSpPr>
        <p:spPr>
          <a:xfrm>
            <a:off x="8001000" y="5779008"/>
            <a:ext cx="109728" cy="109728"/>
          </a:xfrm>
          <a:prstGeom prst="ellipse">
            <a:avLst/>
          </a:prstGeom>
          <a:solidFill>
            <a:srgbClr val="1C2B2F"/>
          </a:solidFill>
          <a:ln w="12700">
            <a:solidFill>
              <a:srgbClr val="1C2B2F"/>
            </a:solidFill>
            <a:prstDash val="solid"/>
          </a:ln>
        </p:spPr>
      </p:sp>
      <p:sp>
        <p:nvSpPr>
          <p:cNvPr id="173" name="Shape 170"/>
          <p:cNvSpPr/>
          <p:nvPr/>
        </p:nvSpPr>
        <p:spPr>
          <a:xfrm>
            <a:off x="8183880" y="5779008"/>
            <a:ext cx="109728" cy="109728"/>
          </a:xfrm>
          <a:prstGeom prst="ellipse">
            <a:avLst/>
          </a:prstGeom>
          <a:solidFill>
            <a:srgbClr val="1C2B2F"/>
          </a:solidFill>
          <a:ln w="12700">
            <a:solidFill>
              <a:srgbClr val="1C2B2F"/>
            </a:solidFill>
            <a:prstDash val="solid"/>
          </a:ln>
        </p:spPr>
      </p:sp>
      <p:sp>
        <p:nvSpPr>
          <p:cNvPr id="174" name="Text 171"/>
          <p:cNvSpPr txBox="1"/>
          <p:nvPr/>
        </p:nvSpPr>
        <p:spPr>
          <a:xfrm>
            <a:off x="9555480" y="56784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175" name="Shape 172"/>
          <p:cNvSpPr/>
          <p:nvPr/>
        </p:nvSpPr>
        <p:spPr>
          <a:xfrm>
            <a:off x="10012680" y="5779008"/>
            <a:ext cx="109728" cy="109728"/>
          </a:xfrm>
          <a:prstGeom prst="ellipse">
            <a:avLst/>
          </a:prstGeom>
          <a:solidFill>
            <a:srgbClr val="1C2B2F"/>
          </a:solidFill>
          <a:ln w="12700">
            <a:solidFill>
              <a:srgbClr val="1C2B2F"/>
            </a:solidFill>
            <a:prstDash val="solid"/>
          </a:ln>
        </p:spPr>
      </p:sp>
      <p:sp>
        <p:nvSpPr>
          <p:cNvPr id="176" name="Shape 173"/>
          <p:cNvSpPr/>
          <p:nvPr/>
        </p:nvSpPr>
        <p:spPr>
          <a:xfrm>
            <a:off x="10195560" y="5779008"/>
            <a:ext cx="109728" cy="109728"/>
          </a:xfrm>
          <a:prstGeom prst="ellipse">
            <a:avLst/>
          </a:prstGeom>
          <a:solidFill>
            <a:srgbClr val="1C2B2F"/>
          </a:solidFill>
          <a:ln w="12700">
            <a:solidFill>
              <a:srgbClr val="1C2B2F"/>
            </a:solidFill>
            <a:prstDash val="solid"/>
          </a:ln>
        </p:spPr>
      </p:sp>
      <p:sp>
        <p:nvSpPr>
          <p:cNvPr id="177" name="Shape 174"/>
          <p:cNvSpPr/>
          <p:nvPr/>
        </p:nvSpPr>
        <p:spPr>
          <a:xfrm>
            <a:off x="10378440" y="5779008"/>
            <a:ext cx="109728" cy="109728"/>
          </a:xfrm>
          <a:prstGeom prst="ellipse">
            <a:avLst/>
          </a:prstGeom>
          <a:solidFill>
            <a:srgbClr val="E3E0D7"/>
          </a:solidFill>
          <a:ln w="12700">
            <a:solidFill>
              <a:srgbClr val="E3E0D7"/>
            </a:solidFill>
            <a:prstDash val="solid"/>
          </a:ln>
        </p:spPr>
      </p:sp>
      <p:sp>
        <p:nvSpPr>
          <p:cNvPr id="178" name="Shape 175"/>
          <p:cNvSpPr/>
          <p:nvPr/>
        </p:nvSpPr>
        <p:spPr>
          <a:xfrm>
            <a:off x="10561320" y="5779008"/>
            <a:ext cx="109728" cy="109728"/>
          </a:xfrm>
          <a:prstGeom prst="ellipse">
            <a:avLst/>
          </a:prstGeom>
          <a:solidFill>
            <a:srgbClr val="E3E0D7"/>
          </a:solidFill>
          <a:ln w="12700">
            <a:solidFill>
              <a:srgbClr val="E3E0D7"/>
            </a:solidFill>
            <a:prstDash val="solid"/>
          </a:ln>
        </p:spPr>
      </p:sp>
      <p:sp>
        <p:nvSpPr>
          <p:cNvPr id="179" name="Shape 176"/>
          <p:cNvSpPr/>
          <p:nvPr/>
        </p:nvSpPr>
        <p:spPr>
          <a:xfrm>
            <a:off x="10744200" y="5779008"/>
            <a:ext cx="109728" cy="109728"/>
          </a:xfrm>
          <a:prstGeom prst="ellipse">
            <a:avLst/>
          </a:prstGeom>
          <a:solidFill>
            <a:srgbClr val="E3E0D7"/>
          </a:solidFill>
          <a:ln w="12700">
            <a:solidFill>
              <a:srgbClr val="E3E0D7"/>
            </a:solidFill>
            <a:prstDash val="solid"/>
          </a:ln>
        </p:spPr>
      </p:sp>
      <p:sp>
        <p:nvSpPr>
          <p:cNvPr id="180" name="Text 177"/>
          <p:cNvSpPr txBox="1"/>
          <p:nvPr/>
        </p:nvSpPr>
        <p:spPr>
          <a:xfrm>
            <a:off x="12115800" y="56784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181" name="Shape 178"/>
          <p:cNvSpPr/>
          <p:nvPr/>
        </p:nvSpPr>
        <p:spPr>
          <a:xfrm>
            <a:off x="12573000" y="5779008"/>
            <a:ext cx="109728" cy="109728"/>
          </a:xfrm>
          <a:prstGeom prst="ellipse">
            <a:avLst/>
          </a:prstGeom>
          <a:solidFill>
            <a:srgbClr val="1C2B2F"/>
          </a:solidFill>
          <a:ln w="12700">
            <a:solidFill>
              <a:srgbClr val="1C2B2F"/>
            </a:solidFill>
            <a:prstDash val="solid"/>
          </a:ln>
        </p:spPr>
      </p:sp>
      <p:sp>
        <p:nvSpPr>
          <p:cNvPr id="182" name="Shape 179"/>
          <p:cNvSpPr/>
          <p:nvPr/>
        </p:nvSpPr>
        <p:spPr>
          <a:xfrm>
            <a:off x="12755880" y="5779008"/>
            <a:ext cx="109728" cy="109728"/>
          </a:xfrm>
          <a:prstGeom prst="ellipse">
            <a:avLst/>
          </a:prstGeom>
          <a:solidFill>
            <a:srgbClr val="1C2B2F"/>
          </a:solidFill>
          <a:ln w="12700">
            <a:solidFill>
              <a:srgbClr val="1C2B2F"/>
            </a:solidFill>
            <a:prstDash val="solid"/>
          </a:ln>
        </p:spPr>
      </p:sp>
      <p:sp>
        <p:nvSpPr>
          <p:cNvPr id="183" name="Shape 180"/>
          <p:cNvSpPr/>
          <p:nvPr/>
        </p:nvSpPr>
        <p:spPr>
          <a:xfrm>
            <a:off x="12938760" y="5779008"/>
            <a:ext cx="109728" cy="109728"/>
          </a:xfrm>
          <a:prstGeom prst="ellipse">
            <a:avLst/>
          </a:prstGeom>
          <a:solidFill>
            <a:srgbClr val="1C2B2F"/>
          </a:solidFill>
          <a:ln w="12700">
            <a:solidFill>
              <a:srgbClr val="1C2B2F"/>
            </a:solidFill>
            <a:prstDash val="solid"/>
          </a:ln>
        </p:spPr>
      </p:sp>
      <p:sp>
        <p:nvSpPr>
          <p:cNvPr id="184" name="Shape 181"/>
          <p:cNvSpPr/>
          <p:nvPr/>
        </p:nvSpPr>
        <p:spPr>
          <a:xfrm>
            <a:off x="13121640" y="5779008"/>
            <a:ext cx="109728" cy="109728"/>
          </a:xfrm>
          <a:prstGeom prst="ellipse">
            <a:avLst/>
          </a:prstGeom>
          <a:solidFill>
            <a:srgbClr val="1C2B2F"/>
          </a:solidFill>
          <a:ln w="12700">
            <a:solidFill>
              <a:srgbClr val="1C2B2F"/>
            </a:solidFill>
            <a:prstDash val="solid"/>
          </a:ln>
        </p:spPr>
      </p:sp>
      <p:sp>
        <p:nvSpPr>
          <p:cNvPr id="185" name="Shape 182"/>
          <p:cNvSpPr/>
          <p:nvPr/>
        </p:nvSpPr>
        <p:spPr>
          <a:xfrm>
            <a:off x="13304520" y="5779008"/>
            <a:ext cx="109728" cy="109728"/>
          </a:xfrm>
          <a:prstGeom prst="ellipse">
            <a:avLst/>
          </a:prstGeom>
          <a:solidFill>
            <a:srgbClr val="E3E0D7"/>
          </a:solidFill>
          <a:ln w="12700">
            <a:solidFill>
              <a:srgbClr val="E3E0D7"/>
            </a:solidFill>
            <a:prstDash val="solid"/>
          </a:ln>
        </p:spPr>
      </p:sp>
      <p:sp>
        <p:nvSpPr>
          <p:cNvPr id="186" name="Text 183"/>
          <p:cNvSpPr txBox="1"/>
          <p:nvPr/>
        </p:nvSpPr>
        <p:spPr>
          <a:xfrm>
            <a:off x="14676120" y="5669280"/>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187" name="Shape 184"/>
          <p:cNvSpPr/>
          <p:nvPr/>
        </p:nvSpPr>
        <p:spPr>
          <a:xfrm>
            <a:off x="15361920" y="5797296"/>
            <a:ext cx="1508760" cy="82296"/>
          </a:xfrm>
          <a:prstGeom prst="roundRect">
            <a:avLst>
              <a:gd name="adj" fmla="val 44444"/>
            </a:avLst>
          </a:prstGeom>
          <a:solidFill>
            <a:srgbClr val="E3E0D7"/>
          </a:solidFill>
          <a:ln w="12700">
            <a:solidFill>
              <a:srgbClr val="E3E0D7"/>
            </a:solidFill>
            <a:prstDash val="solid"/>
          </a:ln>
        </p:spPr>
      </p:sp>
      <p:sp>
        <p:nvSpPr>
          <p:cNvPr id="188" name="Shape 185"/>
          <p:cNvSpPr/>
          <p:nvPr/>
        </p:nvSpPr>
        <p:spPr>
          <a:xfrm>
            <a:off x="15361920" y="5797296"/>
            <a:ext cx="1056132" cy="82296"/>
          </a:xfrm>
          <a:prstGeom prst="roundRect">
            <a:avLst>
              <a:gd name="adj" fmla="val 44444"/>
            </a:avLst>
          </a:prstGeom>
          <a:solidFill>
            <a:srgbClr val="3E6670"/>
          </a:solidFill>
          <a:ln w="12700">
            <a:solidFill>
              <a:srgbClr val="3E6670"/>
            </a:solidFill>
            <a:prstDash val="solid"/>
          </a:ln>
        </p:spPr>
      </p:sp>
      <p:sp>
        <p:nvSpPr>
          <p:cNvPr id="189" name="Shape 186"/>
          <p:cNvSpPr/>
          <p:nvPr/>
        </p:nvSpPr>
        <p:spPr>
          <a:xfrm>
            <a:off x="1143000" y="6080760"/>
            <a:ext cx="16002000" cy="420624"/>
          </a:xfrm>
          <a:prstGeom prst="roundRect">
            <a:avLst>
              <a:gd name="adj" fmla="val 21739"/>
            </a:avLst>
          </a:prstGeom>
          <a:solidFill>
            <a:srgbClr val="FCFBF8"/>
          </a:solidFill>
          <a:ln w="9525">
            <a:solidFill>
              <a:srgbClr val="E3E0D7"/>
            </a:solidFill>
            <a:prstDash val="solid"/>
          </a:ln>
        </p:spPr>
      </p:sp>
      <p:sp>
        <p:nvSpPr>
          <p:cNvPr id="190" name="Shape 187"/>
          <p:cNvSpPr/>
          <p:nvPr/>
        </p:nvSpPr>
        <p:spPr>
          <a:xfrm>
            <a:off x="4297680" y="6080760"/>
            <a:ext cx="2331720" cy="420624"/>
          </a:xfrm>
          <a:prstGeom prst="rect">
            <a:avLst/>
          </a:prstGeom>
          <a:solidFill>
            <a:srgbClr val="E7EDEC"/>
          </a:solidFill>
          <a:ln w="12700">
            <a:solidFill>
              <a:srgbClr val="E7EDEC"/>
            </a:solidFill>
            <a:prstDash val="solid"/>
          </a:ln>
        </p:spPr>
      </p:sp>
      <p:sp>
        <p:nvSpPr>
          <p:cNvPr id="191" name="Text 188"/>
          <p:cNvSpPr txBox="1"/>
          <p:nvPr/>
        </p:nvSpPr>
        <p:spPr>
          <a:xfrm>
            <a:off x="1417320" y="6181344"/>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6.</a:t>
            </a:r>
            <a:endParaRPr lang="en-US" sz="1500" dirty="0"/>
          </a:p>
        </p:txBody>
      </p:sp>
      <p:sp>
        <p:nvSpPr>
          <p:cNvPr id="192" name="Text 189"/>
          <p:cNvSpPr txBox="1"/>
          <p:nvPr/>
        </p:nvSpPr>
        <p:spPr>
          <a:xfrm>
            <a:off x="1828800" y="6163056"/>
            <a:ext cx="1737360" cy="292608"/>
          </a:xfrm>
          <a:prstGeom prst="rect">
            <a:avLst/>
          </a:prstGeom>
          <a:noFill/>
          <a:ln/>
        </p:spPr>
        <p:txBody>
          <a:bodyPr wrap="square" lIns="0" tIns="0" rIns="0" bIns="0" rtlCol="0" anchor="t"/>
          <a:lstStyle/>
          <a:p>
            <a:pPr indent="0" marL="0">
              <a:buNone/>
            </a:pPr>
            <a:r>
              <a:rPr lang="en-US" sz="1700" dirty="0">
                <a:solidFill>
                  <a:srgbClr val="55676B"/>
                </a:solidFill>
                <a:latin typeface="Geist Medium" pitchFamily="34" charset="0"/>
                <a:ea typeface="Geist Medium" pitchFamily="34" charset="-122"/>
                <a:cs typeface="Geist Medium" pitchFamily="34" charset="-120"/>
              </a:rPr>
              <a:t>Austria</a:t>
            </a:r>
            <a:endParaRPr lang="en-US" sz="1700" dirty="0"/>
          </a:p>
        </p:txBody>
      </p:sp>
      <p:sp>
        <p:nvSpPr>
          <p:cNvPr id="193" name="Text 190"/>
          <p:cNvSpPr txBox="1"/>
          <p:nvPr/>
        </p:nvSpPr>
        <p:spPr>
          <a:xfrm>
            <a:off x="4434840" y="61539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1</a:t>
            </a:r>
            <a:endParaRPr lang="en-US" sz="1800" dirty="0"/>
          </a:p>
        </p:txBody>
      </p:sp>
      <p:sp>
        <p:nvSpPr>
          <p:cNvPr id="194" name="Shape 191"/>
          <p:cNvSpPr/>
          <p:nvPr/>
        </p:nvSpPr>
        <p:spPr>
          <a:xfrm>
            <a:off x="4892040" y="6254496"/>
            <a:ext cx="109728" cy="109728"/>
          </a:xfrm>
          <a:prstGeom prst="ellipse">
            <a:avLst/>
          </a:prstGeom>
          <a:solidFill>
            <a:srgbClr val="8A9A9D"/>
          </a:solidFill>
          <a:ln w="12700">
            <a:solidFill>
              <a:srgbClr val="8A9A9D"/>
            </a:solidFill>
            <a:prstDash val="solid"/>
          </a:ln>
        </p:spPr>
      </p:sp>
      <p:sp>
        <p:nvSpPr>
          <p:cNvPr id="195" name="Shape 192"/>
          <p:cNvSpPr/>
          <p:nvPr/>
        </p:nvSpPr>
        <p:spPr>
          <a:xfrm>
            <a:off x="5074920" y="6254496"/>
            <a:ext cx="109728" cy="109728"/>
          </a:xfrm>
          <a:prstGeom prst="ellipse">
            <a:avLst/>
          </a:prstGeom>
          <a:solidFill>
            <a:srgbClr val="E3E0D7"/>
          </a:solidFill>
          <a:ln w="12700">
            <a:solidFill>
              <a:srgbClr val="E3E0D7"/>
            </a:solidFill>
            <a:prstDash val="solid"/>
          </a:ln>
        </p:spPr>
      </p:sp>
      <p:sp>
        <p:nvSpPr>
          <p:cNvPr id="196" name="Shape 193"/>
          <p:cNvSpPr/>
          <p:nvPr/>
        </p:nvSpPr>
        <p:spPr>
          <a:xfrm>
            <a:off x="5257800" y="6254496"/>
            <a:ext cx="109728" cy="109728"/>
          </a:xfrm>
          <a:prstGeom prst="ellipse">
            <a:avLst/>
          </a:prstGeom>
          <a:solidFill>
            <a:srgbClr val="E3E0D7"/>
          </a:solidFill>
          <a:ln w="12700">
            <a:solidFill>
              <a:srgbClr val="E3E0D7"/>
            </a:solidFill>
            <a:prstDash val="solid"/>
          </a:ln>
        </p:spPr>
      </p:sp>
      <p:sp>
        <p:nvSpPr>
          <p:cNvPr id="197" name="Shape 194"/>
          <p:cNvSpPr/>
          <p:nvPr/>
        </p:nvSpPr>
        <p:spPr>
          <a:xfrm>
            <a:off x="5440680" y="6254496"/>
            <a:ext cx="109728" cy="109728"/>
          </a:xfrm>
          <a:prstGeom prst="ellipse">
            <a:avLst/>
          </a:prstGeom>
          <a:solidFill>
            <a:srgbClr val="E3E0D7"/>
          </a:solidFill>
          <a:ln w="12700">
            <a:solidFill>
              <a:srgbClr val="E3E0D7"/>
            </a:solidFill>
            <a:prstDash val="solid"/>
          </a:ln>
        </p:spPr>
      </p:sp>
      <p:sp>
        <p:nvSpPr>
          <p:cNvPr id="198" name="Shape 195"/>
          <p:cNvSpPr/>
          <p:nvPr/>
        </p:nvSpPr>
        <p:spPr>
          <a:xfrm>
            <a:off x="5623560" y="6254496"/>
            <a:ext cx="109728" cy="109728"/>
          </a:xfrm>
          <a:prstGeom prst="ellipse">
            <a:avLst/>
          </a:prstGeom>
          <a:solidFill>
            <a:srgbClr val="E3E0D7"/>
          </a:solidFill>
          <a:ln w="12700">
            <a:solidFill>
              <a:srgbClr val="E3E0D7"/>
            </a:solidFill>
            <a:prstDash val="solid"/>
          </a:ln>
        </p:spPr>
      </p:sp>
      <p:sp>
        <p:nvSpPr>
          <p:cNvPr id="199" name="Text 196"/>
          <p:cNvSpPr txBox="1"/>
          <p:nvPr/>
        </p:nvSpPr>
        <p:spPr>
          <a:xfrm>
            <a:off x="6995160" y="61539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3</a:t>
            </a:r>
            <a:endParaRPr lang="en-US" sz="1800" dirty="0"/>
          </a:p>
        </p:txBody>
      </p:sp>
      <p:sp>
        <p:nvSpPr>
          <p:cNvPr id="200" name="Shape 197"/>
          <p:cNvSpPr/>
          <p:nvPr/>
        </p:nvSpPr>
        <p:spPr>
          <a:xfrm>
            <a:off x="7452360" y="6254496"/>
            <a:ext cx="109728" cy="109728"/>
          </a:xfrm>
          <a:prstGeom prst="ellipse">
            <a:avLst/>
          </a:prstGeom>
          <a:solidFill>
            <a:srgbClr val="8A9A9D"/>
          </a:solidFill>
          <a:ln w="12700">
            <a:solidFill>
              <a:srgbClr val="8A9A9D"/>
            </a:solidFill>
            <a:prstDash val="solid"/>
          </a:ln>
        </p:spPr>
      </p:sp>
      <p:sp>
        <p:nvSpPr>
          <p:cNvPr id="201" name="Shape 198"/>
          <p:cNvSpPr/>
          <p:nvPr/>
        </p:nvSpPr>
        <p:spPr>
          <a:xfrm>
            <a:off x="7635240" y="6254496"/>
            <a:ext cx="109728" cy="109728"/>
          </a:xfrm>
          <a:prstGeom prst="ellipse">
            <a:avLst/>
          </a:prstGeom>
          <a:solidFill>
            <a:srgbClr val="8A9A9D"/>
          </a:solidFill>
          <a:ln w="12700">
            <a:solidFill>
              <a:srgbClr val="8A9A9D"/>
            </a:solidFill>
            <a:prstDash val="solid"/>
          </a:ln>
        </p:spPr>
      </p:sp>
      <p:sp>
        <p:nvSpPr>
          <p:cNvPr id="202" name="Shape 199"/>
          <p:cNvSpPr/>
          <p:nvPr/>
        </p:nvSpPr>
        <p:spPr>
          <a:xfrm>
            <a:off x="7818120" y="6254496"/>
            <a:ext cx="109728" cy="109728"/>
          </a:xfrm>
          <a:prstGeom prst="ellipse">
            <a:avLst/>
          </a:prstGeom>
          <a:solidFill>
            <a:srgbClr val="8A9A9D"/>
          </a:solidFill>
          <a:ln w="12700">
            <a:solidFill>
              <a:srgbClr val="8A9A9D"/>
            </a:solidFill>
            <a:prstDash val="solid"/>
          </a:ln>
        </p:spPr>
      </p:sp>
      <p:sp>
        <p:nvSpPr>
          <p:cNvPr id="203" name="Shape 200"/>
          <p:cNvSpPr/>
          <p:nvPr/>
        </p:nvSpPr>
        <p:spPr>
          <a:xfrm>
            <a:off x="8001000" y="6254496"/>
            <a:ext cx="109728" cy="109728"/>
          </a:xfrm>
          <a:prstGeom prst="ellipse">
            <a:avLst/>
          </a:prstGeom>
          <a:solidFill>
            <a:srgbClr val="E3E0D7"/>
          </a:solidFill>
          <a:ln w="12700">
            <a:solidFill>
              <a:srgbClr val="E3E0D7"/>
            </a:solidFill>
            <a:prstDash val="solid"/>
          </a:ln>
        </p:spPr>
      </p:sp>
      <p:sp>
        <p:nvSpPr>
          <p:cNvPr id="204" name="Shape 201"/>
          <p:cNvSpPr/>
          <p:nvPr/>
        </p:nvSpPr>
        <p:spPr>
          <a:xfrm>
            <a:off x="8183880" y="6254496"/>
            <a:ext cx="109728" cy="109728"/>
          </a:xfrm>
          <a:prstGeom prst="ellipse">
            <a:avLst/>
          </a:prstGeom>
          <a:solidFill>
            <a:srgbClr val="E3E0D7"/>
          </a:solidFill>
          <a:ln w="12700">
            <a:solidFill>
              <a:srgbClr val="E3E0D7"/>
            </a:solidFill>
            <a:prstDash val="solid"/>
          </a:ln>
        </p:spPr>
      </p:sp>
      <p:sp>
        <p:nvSpPr>
          <p:cNvPr id="205" name="Text 202"/>
          <p:cNvSpPr txBox="1"/>
          <p:nvPr/>
        </p:nvSpPr>
        <p:spPr>
          <a:xfrm>
            <a:off x="9555480" y="61539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206" name="Shape 203"/>
          <p:cNvSpPr/>
          <p:nvPr/>
        </p:nvSpPr>
        <p:spPr>
          <a:xfrm>
            <a:off x="10012680" y="6254496"/>
            <a:ext cx="109728" cy="109728"/>
          </a:xfrm>
          <a:prstGeom prst="ellipse">
            <a:avLst/>
          </a:prstGeom>
          <a:solidFill>
            <a:srgbClr val="8A9A9D"/>
          </a:solidFill>
          <a:ln w="12700">
            <a:solidFill>
              <a:srgbClr val="8A9A9D"/>
            </a:solidFill>
            <a:prstDash val="solid"/>
          </a:ln>
        </p:spPr>
      </p:sp>
      <p:sp>
        <p:nvSpPr>
          <p:cNvPr id="207" name="Shape 204"/>
          <p:cNvSpPr/>
          <p:nvPr/>
        </p:nvSpPr>
        <p:spPr>
          <a:xfrm>
            <a:off x="10195560" y="6254496"/>
            <a:ext cx="109728" cy="109728"/>
          </a:xfrm>
          <a:prstGeom prst="ellipse">
            <a:avLst/>
          </a:prstGeom>
          <a:solidFill>
            <a:srgbClr val="8A9A9D"/>
          </a:solidFill>
          <a:ln w="12700">
            <a:solidFill>
              <a:srgbClr val="8A9A9D"/>
            </a:solidFill>
            <a:prstDash val="solid"/>
          </a:ln>
        </p:spPr>
      </p:sp>
      <p:sp>
        <p:nvSpPr>
          <p:cNvPr id="208" name="Shape 205"/>
          <p:cNvSpPr/>
          <p:nvPr/>
        </p:nvSpPr>
        <p:spPr>
          <a:xfrm>
            <a:off x="10378440" y="6254496"/>
            <a:ext cx="109728" cy="109728"/>
          </a:xfrm>
          <a:prstGeom prst="ellipse">
            <a:avLst/>
          </a:prstGeom>
          <a:solidFill>
            <a:srgbClr val="8A9A9D"/>
          </a:solidFill>
          <a:ln w="12700">
            <a:solidFill>
              <a:srgbClr val="8A9A9D"/>
            </a:solidFill>
            <a:prstDash val="solid"/>
          </a:ln>
        </p:spPr>
      </p:sp>
      <p:sp>
        <p:nvSpPr>
          <p:cNvPr id="209" name="Shape 206"/>
          <p:cNvSpPr/>
          <p:nvPr/>
        </p:nvSpPr>
        <p:spPr>
          <a:xfrm>
            <a:off x="10561320" y="6254496"/>
            <a:ext cx="109728" cy="109728"/>
          </a:xfrm>
          <a:prstGeom prst="ellipse">
            <a:avLst/>
          </a:prstGeom>
          <a:solidFill>
            <a:srgbClr val="8A9A9D"/>
          </a:solidFill>
          <a:ln w="12700">
            <a:solidFill>
              <a:srgbClr val="8A9A9D"/>
            </a:solidFill>
            <a:prstDash val="solid"/>
          </a:ln>
        </p:spPr>
      </p:sp>
      <p:sp>
        <p:nvSpPr>
          <p:cNvPr id="210" name="Shape 207"/>
          <p:cNvSpPr/>
          <p:nvPr/>
        </p:nvSpPr>
        <p:spPr>
          <a:xfrm>
            <a:off x="10744200" y="6254496"/>
            <a:ext cx="109728" cy="109728"/>
          </a:xfrm>
          <a:prstGeom prst="ellipse">
            <a:avLst/>
          </a:prstGeom>
          <a:solidFill>
            <a:srgbClr val="8A9A9D"/>
          </a:solidFill>
          <a:ln w="12700">
            <a:solidFill>
              <a:srgbClr val="8A9A9D"/>
            </a:solidFill>
            <a:prstDash val="solid"/>
          </a:ln>
        </p:spPr>
      </p:sp>
      <p:sp>
        <p:nvSpPr>
          <p:cNvPr id="211" name="Text 208"/>
          <p:cNvSpPr txBox="1"/>
          <p:nvPr/>
        </p:nvSpPr>
        <p:spPr>
          <a:xfrm>
            <a:off x="12115800" y="61539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212" name="Shape 209"/>
          <p:cNvSpPr/>
          <p:nvPr/>
        </p:nvSpPr>
        <p:spPr>
          <a:xfrm>
            <a:off x="12573000" y="6254496"/>
            <a:ext cx="109728" cy="109728"/>
          </a:xfrm>
          <a:prstGeom prst="ellipse">
            <a:avLst/>
          </a:prstGeom>
          <a:solidFill>
            <a:srgbClr val="8A9A9D"/>
          </a:solidFill>
          <a:ln w="12700">
            <a:solidFill>
              <a:srgbClr val="8A9A9D"/>
            </a:solidFill>
            <a:prstDash val="solid"/>
          </a:ln>
        </p:spPr>
      </p:sp>
      <p:sp>
        <p:nvSpPr>
          <p:cNvPr id="213" name="Shape 210"/>
          <p:cNvSpPr/>
          <p:nvPr/>
        </p:nvSpPr>
        <p:spPr>
          <a:xfrm>
            <a:off x="12755880" y="6254496"/>
            <a:ext cx="109728" cy="109728"/>
          </a:xfrm>
          <a:prstGeom prst="ellipse">
            <a:avLst/>
          </a:prstGeom>
          <a:solidFill>
            <a:srgbClr val="8A9A9D"/>
          </a:solidFill>
          <a:ln w="12700">
            <a:solidFill>
              <a:srgbClr val="8A9A9D"/>
            </a:solidFill>
            <a:prstDash val="solid"/>
          </a:ln>
        </p:spPr>
      </p:sp>
      <p:sp>
        <p:nvSpPr>
          <p:cNvPr id="214" name="Shape 211"/>
          <p:cNvSpPr/>
          <p:nvPr/>
        </p:nvSpPr>
        <p:spPr>
          <a:xfrm>
            <a:off x="12938760" y="6254496"/>
            <a:ext cx="109728" cy="109728"/>
          </a:xfrm>
          <a:prstGeom prst="ellipse">
            <a:avLst/>
          </a:prstGeom>
          <a:solidFill>
            <a:srgbClr val="8A9A9D"/>
          </a:solidFill>
          <a:ln w="12700">
            <a:solidFill>
              <a:srgbClr val="8A9A9D"/>
            </a:solidFill>
            <a:prstDash val="solid"/>
          </a:ln>
        </p:spPr>
      </p:sp>
      <p:sp>
        <p:nvSpPr>
          <p:cNvPr id="215" name="Shape 212"/>
          <p:cNvSpPr/>
          <p:nvPr/>
        </p:nvSpPr>
        <p:spPr>
          <a:xfrm>
            <a:off x="13121640" y="6254496"/>
            <a:ext cx="109728" cy="109728"/>
          </a:xfrm>
          <a:prstGeom prst="ellipse">
            <a:avLst/>
          </a:prstGeom>
          <a:solidFill>
            <a:srgbClr val="8A9A9D"/>
          </a:solidFill>
          <a:ln w="12700">
            <a:solidFill>
              <a:srgbClr val="8A9A9D"/>
            </a:solidFill>
            <a:prstDash val="solid"/>
          </a:ln>
        </p:spPr>
      </p:sp>
      <p:sp>
        <p:nvSpPr>
          <p:cNvPr id="216" name="Shape 213"/>
          <p:cNvSpPr/>
          <p:nvPr/>
        </p:nvSpPr>
        <p:spPr>
          <a:xfrm>
            <a:off x="13304520" y="6254496"/>
            <a:ext cx="109728" cy="109728"/>
          </a:xfrm>
          <a:prstGeom prst="ellipse">
            <a:avLst/>
          </a:prstGeom>
          <a:solidFill>
            <a:srgbClr val="8A9A9D"/>
          </a:solidFill>
          <a:ln w="12700">
            <a:solidFill>
              <a:srgbClr val="8A9A9D"/>
            </a:solidFill>
            <a:prstDash val="solid"/>
          </a:ln>
        </p:spPr>
      </p:sp>
      <p:sp>
        <p:nvSpPr>
          <p:cNvPr id="217" name="Text 214"/>
          <p:cNvSpPr txBox="1"/>
          <p:nvPr/>
        </p:nvSpPr>
        <p:spPr>
          <a:xfrm>
            <a:off x="14676120" y="6144768"/>
            <a:ext cx="548640" cy="329184"/>
          </a:xfrm>
          <a:prstGeom prst="rect">
            <a:avLst/>
          </a:prstGeom>
          <a:noFill/>
          <a:ln/>
        </p:spPr>
        <p:txBody>
          <a:bodyPr wrap="square" lIns="0" tIns="0" rIns="0" bIns="0" rtlCol="0" anchor="t"/>
          <a:lstStyle/>
          <a:p>
            <a:pPr indent="0" marL="0">
              <a:buNone/>
            </a:pPr>
            <a:r>
              <a:rPr lang="en-US" sz="2000" dirty="0">
                <a:solidFill>
                  <a:srgbClr val="55676B"/>
                </a:solidFill>
                <a:latin typeface="Geist Medium" pitchFamily="34" charset="0"/>
                <a:ea typeface="Geist Medium" pitchFamily="34" charset="-122"/>
                <a:cs typeface="Geist Medium" pitchFamily="34" charset="-120"/>
              </a:rPr>
              <a:t>14</a:t>
            </a:r>
            <a:endParaRPr lang="en-US" sz="2000" dirty="0"/>
          </a:p>
        </p:txBody>
      </p:sp>
      <p:sp>
        <p:nvSpPr>
          <p:cNvPr id="218" name="Shape 215"/>
          <p:cNvSpPr/>
          <p:nvPr/>
        </p:nvSpPr>
        <p:spPr>
          <a:xfrm>
            <a:off x="15361920" y="6272784"/>
            <a:ext cx="1508760" cy="82296"/>
          </a:xfrm>
          <a:prstGeom prst="roundRect">
            <a:avLst>
              <a:gd name="adj" fmla="val 44444"/>
            </a:avLst>
          </a:prstGeom>
          <a:solidFill>
            <a:srgbClr val="E3E0D7"/>
          </a:solidFill>
          <a:ln w="12700">
            <a:solidFill>
              <a:srgbClr val="E3E0D7"/>
            </a:solidFill>
            <a:prstDash val="solid"/>
          </a:ln>
        </p:spPr>
      </p:sp>
      <p:sp>
        <p:nvSpPr>
          <p:cNvPr id="219" name="Shape 216"/>
          <p:cNvSpPr/>
          <p:nvPr/>
        </p:nvSpPr>
        <p:spPr>
          <a:xfrm>
            <a:off x="15361920" y="6272784"/>
            <a:ext cx="1056132" cy="82296"/>
          </a:xfrm>
          <a:prstGeom prst="roundRect">
            <a:avLst>
              <a:gd name="adj" fmla="val 44444"/>
            </a:avLst>
          </a:prstGeom>
          <a:solidFill>
            <a:srgbClr val="CFD6D3"/>
          </a:solidFill>
          <a:ln w="12700">
            <a:solidFill>
              <a:srgbClr val="CFD6D3"/>
            </a:solidFill>
            <a:prstDash val="solid"/>
          </a:ln>
        </p:spPr>
      </p:sp>
      <p:sp>
        <p:nvSpPr>
          <p:cNvPr id="220" name="Shape 217"/>
          <p:cNvSpPr/>
          <p:nvPr/>
        </p:nvSpPr>
        <p:spPr>
          <a:xfrm>
            <a:off x="1143000" y="6556248"/>
            <a:ext cx="16002000" cy="420624"/>
          </a:xfrm>
          <a:prstGeom prst="roundRect">
            <a:avLst>
              <a:gd name="adj" fmla="val 21739"/>
            </a:avLst>
          </a:prstGeom>
          <a:solidFill>
            <a:srgbClr val="FCFBF8"/>
          </a:solidFill>
          <a:ln w="9525">
            <a:solidFill>
              <a:srgbClr val="E3E0D7"/>
            </a:solidFill>
            <a:prstDash val="solid"/>
          </a:ln>
        </p:spPr>
      </p:sp>
      <p:sp>
        <p:nvSpPr>
          <p:cNvPr id="221" name="Shape 218"/>
          <p:cNvSpPr/>
          <p:nvPr/>
        </p:nvSpPr>
        <p:spPr>
          <a:xfrm>
            <a:off x="4297680" y="6556248"/>
            <a:ext cx="2331720" cy="420624"/>
          </a:xfrm>
          <a:prstGeom prst="rect">
            <a:avLst/>
          </a:prstGeom>
          <a:solidFill>
            <a:srgbClr val="E7EDEC"/>
          </a:solidFill>
          <a:ln w="12700">
            <a:solidFill>
              <a:srgbClr val="E7EDEC"/>
            </a:solidFill>
            <a:prstDash val="solid"/>
          </a:ln>
        </p:spPr>
      </p:sp>
      <p:sp>
        <p:nvSpPr>
          <p:cNvPr id="222" name="Text 219"/>
          <p:cNvSpPr txBox="1"/>
          <p:nvPr/>
        </p:nvSpPr>
        <p:spPr>
          <a:xfrm>
            <a:off x="1417320" y="6656832"/>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7.</a:t>
            </a:r>
            <a:endParaRPr lang="en-US" sz="1500" dirty="0"/>
          </a:p>
        </p:txBody>
      </p:sp>
      <p:sp>
        <p:nvSpPr>
          <p:cNvPr id="223" name="Text 220"/>
          <p:cNvSpPr txBox="1"/>
          <p:nvPr/>
        </p:nvSpPr>
        <p:spPr>
          <a:xfrm>
            <a:off x="1828800" y="6638544"/>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Denmark</a:t>
            </a:r>
            <a:endParaRPr lang="en-US" sz="1700" dirty="0"/>
          </a:p>
        </p:txBody>
      </p:sp>
      <p:sp>
        <p:nvSpPr>
          <p:cNvPr id="224" name="Text 221"/>
          <p:cNvSpPr txBox="1"/>
          <p:nvPr/>
        </p:nvSpPr>
        <p:spPr>
          <a:xfrm>
            <a:off x="4434840" y="66294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25" name="Shape 222"/>
          <p:cNvSpPr/>
          <p:nvPr/>
        </p:nvSpPr>
        <p:spPr>
          <a:xfrm>
            <a:off x="4892040" y="6729984"/>
            <a:ext cx="109728" cy="109728"/>
          </a:xfrm>
          <a:prstGeom prst="ellipse">
            <a:avLst/>
          </a:prstGeom>
          <a:solidFill>
            <a:srgbClr val="1C2B2F"/>
          </a:solidFill>
          <a:ln w="12700">
            <a:solidFill>
              <a:srgbClr val="1C2B2F"/>
            </a:solidFill>
            <a:prstDash val="solid"/>
          </a:ln>
        </p:spPr>
      </p:sp>
      <p:sp>
        <p:nvSpPr>
          <p:cNvPr id="226" name="Shape 223"/>
          <p:cNvSpPr/>
          <p:nvPr/>
        </p:nvSpPr>
        <p:spPr>
          <a:xfrm>
            <a:off x="5074920" y="6729984"/>
            <a:ext cx="109728" cy="109728"/>
          </a:xfrm>
          <a:prstGeom prst="ellipse">
            <a:avLst/>
          </a:prstGeom>
          <a:solidFill>
            <a:srgbClr val="1C2B2F"/>
          </a:solidFill>
          <a:ln w="12700">
            <a:solidFill>
              <a:srgbClr val="1C2B2F"/>
            </a:solidFill>
            <a:prstDash val="solid"/>
          </a:ln>
        </p:spPr>
      </p:sp>
      <p:sp>
        <p:nvSpPr>
          <p:cNvPr id="227" name="Shape 224"/>
          <p:cNvSpPr/>
          <p:nvPr/>
        </p:nvSpPr>
        <p:spPr>
          <a:xfrm>
            <a:off x="5257800" y="6729984"/>
            <a:ext cx="109728" cy="109728"/>
          </a:xfrm>
          <a:prstGeom prst="ellipse">
            <a:avLst/>
          </a:prstGeom>
          <a:solidFill>
            <a:srgbClr val="1C2B2F"/>
          </a:solidFill>
          <a:ln w="12700">
            <a:solidFill>
              <a:srgbClr val="1C2B2F"/>
            </a:solidFill>
            <a:prstDash val="solid"/>
          </a:ln>
        </p:spPr>
      </p:sp>
      <p:sp>
        <p:nvSpPr>
          <p:cNvPr id="228" name="Shape 225"/>
          <p:cNvSpPr/>
          <p:nvPr/>
        </p:nvSpPr>
        <p:spPr>
          <a:xfrm>
            <a:off x="5440680" y="6729984"/>
            <a:ext cx="109728" cy="109728"/>
          </a:xfrm>
          <a:prstGeom prst="ellipse">
            <a:avLst/>
          </a:prstGeom>
          <a:solidFill>
            <a:srgbClr val="1C2B2F"/>
          </a:solidFill>
          <a:ln w="12700">
            <a:solidFill>
              <a:srgbClr val="1C2B2F"/>
            </a:solidFill>
            <a:prstDash val="solid"/>
          </a:ln>
        </p:spPr>
      </p:sp>
      <p:sp>
        <p:nvSpPr>
          <p:cNvPr id="229" name="Shape 226"/>
          <p:cNvSpPr/>
          <p:nvPr/>
        </p:nvSpPr>
        <p:spPr>
          <a:xfrm>
            <a:off x="5623560" y="6729984"/>
            <a:ext cx="109728" cy="109728"/>
          </a:xfrm>
          <a:prstGeom prst="ellipse">
            <a:avLst/>
          </a:prstGeom>
          <a:solidFill>
            <a:srgbClr val="1C2B2F"/>
          </a:solidFill>
          <a:ln w="12700">
            <a:solidFill>
              <a:srgbClr val="1C2B2F"/>
            </a:solidFill>
            <a:prstDash val="solid"/>
          </a:ln>
        </p:spPr>
      </p:sp>
      <p:sp>
        <p:nvSpPr>
          <p:cNvPr id="230" name="Text 227"/>
          <p:cNvSpPr txBox="1"/>
          <p:nvPr/>
        </p:nvSpPr>
        <p:spPr>
          <a:xfrm>
            <a:off x="6995160" y="66294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31" name="Shape 228"/>
          <p:cNvSpPr/>
          <p:nvPr/>
        </p:nvSpPr>
        <p:spPr>
          <a:xfrm>
            <a:off x="7452360" y="6729984"/>
            <a:ext cx="109728" cy="109728"/>
          </a:xfrm>
          <a:prstGeom prst="ellipse">
            <a:avLst/>
          </a:prstGeom>
          <a:solidFill>
            <a:srgbClr val="1C2B2F"/>
          </a:solidFill>
          <a:ln w="12700">
            <a:solidFill>
              <a:srgbClr val="1C2B2F"/>
            </a:solidFill>
            <a:prstDash val="solid"/>
          </a:ln>
        </p:spPr>
      </p:sp>
      <p:sp>
        <p:nvSpPr>
          <p:cNvPr id="232" name="Shape 229"/>
          <p:cNvSpPr/>
          <p:nvPr/>
        </p:nvSpPr>
        <p:spPr>
          <a:xfrm>
            <a:off x="7635240" y="6729984"/>
            <a:ext cx="109728" cy="109728"/>
          </a:xfrm>
          <a:prstGeom prst="ellipse">
            <a:avLst/>
          </a:prstGeom>
          <a:solidFill>
            <a:srgbClr val="1C2B2F"/>
          </a:solidFill>
          <a:ln w="12700">
            <a:solidFill>
              <a:srgbClr val="1C2B2F"/>
            </a:solidFill>
            <a:prstDash val="solid"/>
          </a:ln>
        </p:spPr>
      </p:sp>
      <p:sp>
        <p:nvSpPr>
          <p:cNvPr id="233" name="Shape 230"/>
          <p:cNvSpPr/>
          <p:nvPr/>
        </p:nvSpPr>
        <p:spPr>
          <a:xfrm>
            <a:off x="7818120" y="6729984"/>
            <a:ext cx="109728" cy="109728"/>
          </a:xfrm>
          <a:prstGeom prst="ellipse">
            <a:avLst/>
          </a:prstGeom>
          <a:solidFill>
            <a:srgbClr val="E3E0D7"/>
          </a:solidFill>
          <a:ln w="12700">
            <a:solidFill>
              <a:srgbClr val="E3E0D7"/>
            </a:solidFill>
            <a:prstDash val="solid"/>
          </a:ln>
        </p:spPr>
      </p:sp>
      <p:sp>
        <p:nvSpPr>
          <p:cNvPr id="234" name="Shape 231"/>
          <p:cNvSpPr/>
          <p:nvPr/>
        </p:nvSpPr>
        <p:spPr>
          <a:xfrm>
            <a:off x="8001000" y="6729984"/>
            <a:ext cx="109728" cy="109728"/>
          </a:xfrm>
          <a:prstGeom prst="ellipse">
            <a:avLst/>
          </a:prstGeom>
          <a:solidFill>
            <a:srgbClr val="E3E0D7"/>
          </a:solidFill>
          <a:ln w="12700">
            <a:solidFill>
              <a:srgbClr val="E3E0D7"/>
            </a:solidFill>
            <a:prstDash val="solid"/>
          </a:ln>
        </p:spPr>
      </p:sp>
      <p:sp>
        <p:nvSpPr>
          <p:cNvPr id="235" name="Shape 232"/>
          <p:cNvSpPr/>
          <p:nvPr/>
        </p:nvSpPr>
        <p:spPr>
          <a:xfrm>
            <a:off x="8183880" y="6729984"/>
            <a:ext cx="109728" cy="109728"/>
          </a:xfrm>
          <a:prstGeom prst="ellipse">
            <a:avLst/>
          </a:prstGeom>
          <a:solidFill>
            <a:srgbClr val="E3E0D7"/>
          </a:solidFill>
          <a:ln w="12700">
            <a:solidFill>
              <a:srgbClr val="E3E0D7"/>
            </a:solidFill>
            <a:prstDash val="solid"/>
          </a:ln>
        </p:spPr>
      </p:sp>
      <p:sp>
        <p:nvSpPr>
          <p:cNvPr id="236" name="Text 233"/>
          <p:cNvSpPr txBox="1"/>
          <p:nvPr/>
        </p:nvSpPr>
        <p:spPr>
          <a:xfrm>
            <a:off x="9555480" y="66294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37" name="Shape 234"/>
          <p:cNvSpPr/>
          <p:nvPr/>
        </p:nvSpPr>
        <p:spPr>
          <a:xfrm>
            <a:off x="10012680" y="6729984"/>
            <a:ext cx="109728" cy="109728"/>
          </a:xfrm>
          <a:prstGeom prst="ellipse">
            <a:avLst/>
          </a:prstGeom>
          <a:solidFill>
            <a:srgbClr val="1C2B2F"/>
          </a:solidFill>
          <a:ln w="12700">
            <a:solidFill>
              <a:srgbClr val="1C2B2F"/>
            </a:solidFill>
            <a:prstDash val="solid"/>
          </a:ln>
        </p:spPr>
      </p:sp>
      <p:sp>
        <p:nvSpPr>
          <p:cNvPr id="238" name="Shape 235"/>
          <p:cNvSpPr/>
          <p:nvPr/>
        </p:nvSpPr>
        <p:spPr>
          <a:xfrm>
            <a:off x="10195560" y="6729984"/>
            <a:ext cx="109728" cy="109728"/>
          </a:xfrm>
          <a:prstGeom prst="ellipse">
            <a:avLst/>
          </a:prstGeom>
          <a:solidFill>
            <a:srgbClr val="1C2B2F"/>
          </a:solidFill>
          <a:ln w="12700">
            <a:solidFill>
              <a:srgbClr val="1C2B2F"/>
            </a:solidFill>
            <a:prstDash val="solid"/>
          </a:ln>
        </p:spPr>
      </p:sp>
      <p:sp>
        <p:nvSpPr>
          <p:cNvPr id="239" name="Shape 236"/>
          <p:cNvSpPr/>
          <p:nvPr/>
        </p:nvSpPr>
        <p:spPr>
          <a:xfrm>
            <a:off x="10378440" y="6729984"/>
            <a:ext cx="109728" cy="109728"/>
          </a:xfrm>
          <a:prstGeom prst="ellipse">
            <a:avLst/>
          </a:prstGeom>
          <a:solidFill>
            <a:srgbClr val="1C2B2F"/>
          </a:solidFill>
          <a:ln w="12700">
            <a:solidFill>
              <a:srgbClr val="1C2B2F"/>
            </a:solidFill>
            <a:prstDash val="solid"/>
          </a:ln>
        </p:spPr>
      </p:sp>
      <p:sp>
        <p:nvSpPr>
          <p:cNvPr id="240" name="Shape 237"/>
          <p:cNvSpPr/>
          <p:nvPr/>
        </p:nvSpPr>
        <p:spPr>
          <a:xfrm>
            <a:off x="10561320" y="6729984"/>
            <a:ext cx="109728" cy="109728"/>
          </a:xfrm>
          <a:prstGeom prst="ellipse">
            <a:avLst/>
          </a:prstGeom>
          <a:solidFill>
            <a:srgbClr val="E3E0D7"/>
          </a:solidFill>
          <a:ln w="12700">
            <a:solidFill>
              <a:srgbClr val="E3E0D7"/>
            </a:solidFill>
            <a:prstDash val="solid"/>
          </a:ln>
        </p:spPr>
      </p:sp>
      <p:sp>
        <p:nvSpPr>
          <p:cNvPr id="241" name="Shape 238"/>
          <p:cNvSpPr/>
          <p:nvPr/>
        </p:nvSpPr>
        <p:spPr>
          <a:xfrm>
            <a:off x="10744200" y="6729984"/>
            <a:ext cx="109728" cy="109728"/>
          </a:xfrm>
          <a:prstGeom prst="ellipse">
            <a:avLst/>
          </a:prstGeom>
          <a:solidFill>
            <a:srgbClr val="E3E0D7"/>
          </a:solidFill>
          <a:ln w="12700">
            <a:solidFill>
              <a:srgbClr val="E3E0D7"/>
            </a:solidFill>
            <a:prstDash val="solid"/>
          </a:ln>
        </p:spPr>
      </p:sp>
      <p:sp>
        <p:nvSpPr>
          <p:cNvPr id="242" name="Text 239"/>
          <p:cNvSpPr txBox="1"/>
          <p:nvPr/>
        </p:nvSpPr>
        <p:spPr>
          <a:xfrm>
            <a:off x="12115800" y="66294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43" name="Shape 240"/>
          <p:cNvSpPr/>
          <p:nvPr/>
        </p:nvSpPr>
        <p:spPr>
          <a:xfrm>
            <a:off x="12573000" y="6729984"/>
            <a:ext cx="109728" cy="109728"/>
          </a:xfrm>
          <a:prstGeom prst="ellipse">
            <a:avLst/>
          </a:prstGeom>
          <a:solidFill>
            <a:srgbClr val="1C2B2F"/>
          </a:solidFill>
          <a:ln w="12700">
            <a:solidFill>
              <a:srgbClr val="1C2B2F"/>
            </a:solidFill>
            <a:prstDash val="solid"/>
          </a:ln>
        </p:spPr>
      </p:sp>
      <p:sp>
        <p:nvSpPr>
          <p:cNvPr id="244" name="Shape 241"/>
          <p:cNvSpPr/>
          <p:nvPr/>
        </p:nvSpPr>
        <p:spPr>
          <a:xfrm>
            <a:off x="12755880" y="6729984"/>
            <a:ext cx="109728" cy="109728"/>
          </a:xfrm>
          <a:prstGeom prst="ellipse">
            <a:avLst/>
          </a:prstGeom>
          <a:solidFill>
            <a:srgbClr val="1C2B2F"/>
          </a:solidFill>
          <a:ln w="12700">
            <a:solidFill>
              <a:srgbClr val="1C2B2F"/>
            </a:solidFill>
            <a:prstDash val="solid"/>
          </a:ln>
        </p:spPr>
      </p:sp>
      <p:sp>
        <p:nvSpPr>
          <p:cNvPr id="245" name="Shape 242"/>
          <p:cNvSpPr/>
          <p:nvPr/>
        </p:nvSpPr>
        <p:spPr>
          <a:xfrm>
            <a:off x="12938760" y="6729984"/>
            <a:ext cx="109728" cy="109728"/>
          </a:xfrm>
          <a:prstGeom prst="ellipse">
            <a:avLst/>
          </a:prstGeom>
          <a:solidFill>
            <a:srgbClr val="1C2B2F"/>
          </a:solidFill>
          <a:ln w="12700">
            <a:solidFill>
              <a:srgbClr val="1C2B2F"/>
            </a:solidFill>
            <a:prstDash val="solid"/>
          </a:ln>
        </p:spPr>
      </p:sp>
      <p:sp>
        <p:nvSpPr>
          <p:cNvPr id="246" name="Shape 243"/>
          <p:cNvSpPr/>
          <p:nvPr/>
        </p:nvSpPr>
        <p:spPr>
          <a:xfrm>
            <a:off x="13121640" y="6729984"/>
            <a:ext cx="109728" cy="109728"/>
          </a:xfrm>
          <a:prstGeom prst="ellipse">
            <a:avLst/>
          </a:prstGeom>
          <a:solidFill>
            <a:srgbClr val="E3E0D7"/>
          </a:solidFill>
          <a:ln w="12700">
            <a:solidFill>
              <a:srgbClr val="E3E0D7"/>
            </a:solidFill>
            <a:prstDash val="solid"/>
          </a:ln>
        </p:spPr>
      </p:sp>
      <p:sp>
        <p:nvSpPr>
          <p:cNvPr id="247" name="Shape 244"/>
          <p:cNvSpPr/>
          <p:nvPr/>
        </p:nvSpPr>
        <p:spPr>
          <a:xfrm>
            <a:off x="13304520" y="6729984"/>
            <a:ext cx="109728" cy="109728"/>
          </a:xfrm>
          <a:prstGeom prst="ellipse">
            <a:avLst/>
          </a:prstGeom>
          <a:solidFill>
            <a:srgbClr val="E3E0D7"/>
          </a:solidFill>
          <a:ln w="12700">
            <a:solidFill>
              <a:srgbClr val="E3E0D7"/>
            </a:solidFill>
            <a:prstDash val="solid"/>
          </a:ln>
        </p:spPr>
      </p:sp>
      <p:sp>
        <p:nvSpPr>
          <p:cNvPr id="248" name="Text 245"/>
          <p:cNvSpPr txBox="1"/>
          <p:nvPr/>
        </p:nvSpPr>
        <p:spPr>
          <a:xfrm>
            <a:off x="14676120" y="6620256"/>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13</a:t>
            </a:r>
            <a:endParaRPr lang="en-US" sz="2000" dirty="0"/>
          </a:p>
        </p:txBody>
      </p:sp>
      <p:sp>
        <p:nvSpPr>
          <p:cNvPr id="249" name="Shape 246"/>
          <p:cNvSpPr/>
          <p:nvPr/>
        </p:nvSpPr>
        <p:spPr>
          <a:xfrm>
            <a:off x="15361920" y="6748272"/>
            <a:ext cx="1508760" cy="82296"/>
          </a:xfrm>
          <a:prstGeom prst="roundRect">
            <a:avLst>
              <a:gd name="adj" fmla="val 44444"/>
            </a:avLst>
          </a:prstGeom>
          <a:solidFill>
            <a:srgbClr val="E3E0D7"/>
          </a:solidFill>
          <a:ln w="12700">
            <a:solidFill>
              <a:srgbClr val="E3E0D7"/>
            </a:solidFill>
            <a:prstDash val="solid"/>
          </a:ln>
        </p:spPr>
      </p:sp>
      <p:sp>
        <p:nvSpPr>
          <p:cNvPr id="250" name="Shape 247"/>
          <p:cNvSpPr/>
          <p:nvPr/>
        </p:nvSpPr>
        <p:spPr>
          <a:xfrm>
            <a:off x="15361920" y="6748272"/>
            <a:ext cx="980694" cy="82296"/>
          </a:xfrm>
          <a:prstGeom prst="roundRect">
            <a:avLst>
              <a:gd name="adj" fmla="val 44444"/>
            </a:avLst>
          </a:prstGeom>
          <a:solidFill>
            <a:srgbClr val="3E6670"/>
          </a:solidFill>
          <a:ln w="12700">
            <a:solidFill>
              <a:srgbClr val="3E6670"/>
            </a:solidFill>
            <a:prstDash val="solid"/>
          </a:ln>
        </p:spPr>
      </p:sp>
      <p:sp>
        <p:nvSpPr>
          <p:cNvPr id="251" name="Shape 248"/>
          <p:cNvSpPr/>
          <p:nvPr/>
        </p:nvSpPr>
        <p:spPr>
          <a:xfrm>
            <a:off x="1143000" y="7031736"/>
            <a:ext cx="16002000" cy="420624"/>
          </a:xfrm>
          <a:prstGeom prst="roundRect">
            <a:avLst>
              <a:gd name="adj" fmla="val 21739"/>
            </a:avLst>
          </a:prstGeom>
          <a:solidFill>
            <a:srgbClr val="FCFBF8"/>
          </a:solidFill>
          <a:ln w="9525">
            <a:solidFill>
              <a:srgbClr val="E3E0D7"/>
            </a:solidFill>
            <a:prstDash val="solid"/>
          </a:ln>
        </p:spPr>
      </p:sp>
      <p:sp>
        <p:nvSpPr>
          <p:cNvPr id="252" name="Shape 249"/>
          <p:cNvSpPr/>
          <p:nvPr/>
        </p:nvSpPr>
        <p:spPr>
          <a:xfrm>
            <a:off x="4297680" y="7031736"/>
            <a:ext cx="2331720" cy="420624"/>
          </a:xfrm>
          <a:prstGeom prst="rect">
            <a:avLst/>
          </a:prstGeom>
          <a:solidFill>
            <a:srgbClr val="E7EDEC"/>
          </a:solidFill>
          <a:ln w="12700">
            <a:solidFill>
              <a:srgbClr val="E7EDEC"/>
            </a:solidFill>
            <a:prstDash val="solid"/>
          </a:ln>
        </p:spPr>
      </p:sp>
      <p:sp>
        <p:nvSpPr>
          <p:cNvPr id="253" name="Text 250"/>
          <p:cNvSpPr txBox="1"/>
          <p:nvPr/>
        </p:nvSpPr>
        <p:spPr>
          <a:xfrm>
            <a:off x="1417320" y="7132320"/>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8.</a:t>
            </a:r>
            <a:endParaRPr lang="en-US" sz="1500" dirty="0"/>
          </a:p>
        </p:txBody>
      </p:sp>
      <p:sp>
        <p:nvSpPr>
          <p:cNvPr id="254" name="Text 251"/>
          <p:cNvSpPr txBox="1"/>
          <p:nvPr/>
        </p:nvSpPr>
        <p:spPr>
          <a:xfrm>
            <a:off x="1828800" y="7114032"/>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Finland</a:t>
            </a:r>
            <a:endParaRPr lang="en-US" sz="1700" dirty="0"/>
          </a:p>
        </p:txBody>
      </p:sp>
      <p:sp>
        <p:nvSpPr>
          <p:cNvPr id="255" name="Text 252"/>
          <p:cNvSpPr txBox="1"/>
          <p:nvPr/>
        </p:nvSpPr>
        <p:spPr>
          <a:xfrm>
            <a:off x="4434840" y="71048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56" name="Shape 253"/>
          <p:cNvSpPr/>
          <p:nvPr/>
        </p:nvSpPr>
        <p:spPr>
          <a:xfrm>
            <a:off x="4892040" y="7205472"/>
            <a:ext cx="109728" cy="109728"/>
          </a:xfrm>
          <a:prstGeom prst="ellipse">
            <a:avLst/>
          </a:prstGeom>
          <a:solidFill>
            <a:srgbClr val="1C2B2F"/>
          </a:solidFill>
          <a:ln w="12700">
            <a:solidFill>
              <a:srgbClr val="1C2B2F"/>
            </a:solidFill>
            <a:prstDash val="solid"/>
          </a:ln>
        </p:spPr>
      </p:sp>
      <p:sp>
        <p:nvSpPr>
          <p:cNvPr id="257" name="Shape 254"/>
          <p:cNvSpPr/>
          <p:nvPr/>
        </p:nvSpPr>
        <p:spPr>
          <a:xfrm>
            <a:off x="5074920" y="7205472"/>
            <a:ext cx="109728" cy="109728"/>
          </a:xfrm>
          <a:prstGeom prst="ellipse">
            <a:avLst/>
          </a:prstGeom>
          <a:solidFill>
            <a:srgbClr val="1C2B2F"/>
          </a:solidFill>
          <a:ln w="12700">
            <a:solidFill>
              <a:srgbClr val="1C2B2F"/>
            </a:solidFill>
            <a:prstDash val="solid"/>
          </a:ln>
        </p:spPr>
      </p:sp>
      <p:sp>
        <p:nvSpPr>
          <p:cNvPr id="258" name="Shape 255"/>
          <p:cNvSpPr/>
          <p:nvPr/>
        </p:nvSpPr>
        <p:spPr>
          <a:xfrm>
            <a:off x="5257800" y="7205472"/>
            <a:ext cx="109728" cy="109728"/>
          </a:xfrm>
          <a:prstGeom prst="ellipse">
            <a:avLst/>
          </a:prstGeom>
          <a:solidFill>
            <a:srgbClr val="1C2B2F"/>
          </a:solidFill>
          <a:ln w="12700">
            <a:solidFill>
              <a:srgbClr val="1C2B2F"/>
            </a:solidFill>
            <a:prstDash val="solid"/>
          </a:ln>
        </p:spPr>
      </p:sp>
      <p:sp>
        <p:nvSpPr>
          <p:cNvPr id="259" name="Shape 256"/>
          <p:cNvSpPr/>
          <p:nvPr/>
        </p:nvSpPr>
        <p:spPr>
          <a:xfrm>
            <a:off x="5440680" y="7205472"/>
            <a:ext cx="109728" cy="109728"/>
          </a:xfrm>
          <a:prstGeom prst="ellipse">
            <a:avLst/>
          </a:prstGeom>
          <a:solidFill>
            <a:srgbClr val="1C2B2F"/>
          </a:solidFill>
          <a:ln w="12700">
            <a:solidFill>
              <a:srgbClr val="1C2B2F"/>
            </a:solidFill>
            <a:prstDash val="solid"/>
          </a:ln>
        </p:spPr>
      </p:sp>
      <p:sp>
        <p:nvSpPr>
          <p:cNvPr id="260" name="Shape 257"/>
          <p:cNvSpPr/>
          <p:nvPr/>
        </p:nvSpPr>
        <p:spPr>
          <a:xfrm>
            <a:off x="5623560" y="7205472"/>
            <a:ext cx="109728" cy="109728"/>
          </a:xfrm>
          <a:prstGeom prst="ellipse">
            <a:avLst/>
          </a:prstGeom>
          <a:solidFill>
            <a:srgbClr val="1C2B2F"/>
          </a:solidFill>
          <a:ln w="12700">
            <a:solidFill>
              <a:srgbClr val="1C2B2F"/>
            </a:solidFill>
            <a:prstDash val="solid"/>
          </a:ln>
        </p:spPr>
      </p:sp>
      <p:sp>
        <p:nvSpPr>
          <p:cNvPr id="261" name="Text 258"/>
          <p:cNvSpPr txBox="1"/>
          <p:nvPr/>
        </p:nvSpPr>
        <p:spPr>
          <a:xfrm>
            <a:off x="6995160" y="71048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62" name="Shape 259"/>
          <p:cNvSpPr/>
          <p:nvPr/>
        </p:nvSpPr>
        <p:spPr>
          <a:xfrm>
            <a:off x="7452360" y="7205472"/>
            <a:ext cx="109728" cy="109728"/>
          </a:xfrm>
          <a:prstGeom prst="ellipse">
            <a:avLst/>
          </a:prstGeom>
          <a:solidFill>
            <a:srgbClr val="1C2B2F"/>
          </a:solidFill>
          <a:ln w="12700">
            <a:solidFill>
              <a:srgbClr val="1C2B2F"/>
            </a:solidFill>
            <a:prstDash val="solid"/>
          </a:ln>
        </p:spPr>
      </p:sp>
      <p:sp>
        <p:nvSpPr>
          <p:cNvPr id="263" name="Shape 260"/>
          <p:cNvSpPr/>
          <p:nvPr/>
        </p:nvSpPr>
        <p:spPr>
          <a:xfrm>
            <a:off x="7635240" y="7205472"/>
            <a:ext cx="109728" cy="109728"/>
          </a:xfrm>
          <a:prstGeom prst="ellipse">
            <a:avLst/>
          </a:prstGeom>
          <a:solidFill>
            <a:srgbClr val="1C2B2F"/>
          </a:solidFill>
          <a:ln w="12700">
            <a:solidFill>
              <a:srgbClr val="1C2B2F"/>
            </a:solidFill>
            <a:prstDash val="solid"/>
          </a:ln>
        </p:spPr>
      </p:sp>
      <p:sp>
        <p:nvSpPr>
          <p:cNvPr id="264" name="Shape 261"/>
          <p:cNvSpPr/>
          <p:nvPr/>
        </p:nvSpPr>
        <p:spPr>
          <a:xfrm>
            <a:off x="7818120" y="7205472"/>
            <a:ext cx="109728" cy="109728"/>
          </a:xfrm>
          <a:prstGeom prst="ellipse">
            <a:avLst/>
          </a:prstGeom>
          <a:solidFill>
            <a:srgbClr val="E3E0D7"/>
          </a:solidFill>
          <a:ln w="12700">
            <a:solidFill>
              <a:srgbClr val="E3E0D7"/>
            </a:solidFill>
            <a:prstDash val="solid"/>
          </a:ln>
        </p:spPr>
      </p:sp>
      <p:sp>
        <p:nvSpPr>
          <p:cNvPr id="265" name="Shape 262"/>
          <p:cNvSpPr/>
          <p:nvPr/>
        </p:nvSpPr>
        <p:spPr>
          <a:xfrm>
            <a:off x="8001000" y="7205472"/>
            <a:ext cx="109728" cy="109728"/>
          </a:xfrm>
          <a:prstGeom prst="ellipse">
            <a:avLst/>
          </a:prstGeom>
          <a:solidFill>
            <a:srgbClr val="E3E0D7"/>
          </a:solidFill>
          <a:ln w="12700">
            <a:solidFill>
              <a:srgbClr val="E3E0D7"/>
            </a:solidFill>
            <a:prstDash val="solid"/>
          </a:ln>
        </p:spPr>
      </p:sp>
      <p:sp>
        <p:nvSpPr>
          <p:cNvPr id="266" name="Shape 263"/>
          <p:cNvSpPr/>
          <p:nvPr/>
        </p:nvSpPr>
        <p:spPr>
          <a:xfrm>
            <a:off x="8183880" y="7205472"/>
            <a:ext cx="109728" cy="109728"/>
          </a:xfrm>
          <a:prstGeom prst="ellipse">
            <a:avLst/>
          </a:prstGeom>
          <a:solidFill>
            <a:srgbClr val="E3E0D7"/>
          </a:solidFill>
          <a:ln w="12700">
            <a:solidFill>
              <a:srgbClr val="E3E0D7"/>
            </a:solidFill>
            <a:prstDash val="solid"/>
          </a:ln>
        </p:spPr>
      </p:sp>
      <p:sp>
        <p:nvSpPr>
          <p:cNvPr id="267" name="Text 264"/>
          <p:cNvSpPr txBox="1"/>
          <p:nvPr/>
        </p:nvSpPr>
        <p:spPr>
          <a:xfrm>
            <a:off x="9555480" y="71048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68" name="Shape 265"/>
          <p:cNvSpPr/>
          <p:nvPr/>
        </p:nvSpPr>
        <p:spPr>
          <a:xfrm>
            <a:off x="10012680" y="7205472"/>
            <a:ext cx="109728" cy="109728"/>
          </a:xfrm>
          <a:prstGeom prst="ellipse">
            <a:avLst/>
          </a:prstGeom>
          <a:solidFill>
            <a:srgbClr val="1C2B2F"/>
          </a:solidFill>
          <a:ln w="12700">
            <a:solidFill>
              <a:srgbClr val="1C2B2F"/>
            </a:solidFill>
            <a:prstDash val="solid"/>
          </a:ln>
        </p:spPr>
      </p:sp>
      <p:sp>
        <p:nvSpPr>
          <p:cNvPr id="269" name="Shape 266"/>
          <p:cNvSpPr/>
          <p:nvPr/>
        </p:nvSpPr>
        <p:spPr>
          <a:xfrm>
            <a:off x="10195560" y="7205472"/>
            <a:ext cx="109728" cy="109728"/>
          </a:xfrm>
          <a:prstGeom prst="ellipse">
            <a:avLst/>
          </a:prstGeom>
          <a:solidFill>
            <a:srgbClr val="1C2B2F"/>
          </a:solidFill>
          <a:ln w="12700">
            <a:solidFill>
              <a:srgbClr val="1C2B2F"/>
            </a:solidFill>
            <a:prstDash val="solid"/>
          </a:ln>
        </p:spPr>
      </p:sp>
      <p:sp>
        <p:nvSpPr>
          <p:cNvPr id="270" name="Shape 267"/>
          <p:cNvSpPr/>
          <p:nvPr/>
        </p:nvSpPr>
        <p:spPr>
          <a:xfrm>
            <a:off x="10378440" y="7205472"/>
            <a:ext cx="109728" cy="109728"/>
          </a:xfrm>
          <a:prstGeom prst="ellipse">
            <a:avLst/>
          </a:prstGeom>
          <a:solidFill>
            <a:srgbClr val="E3E0D7"/>
          </a:solidFill>
          <a:ln w="12700">
            <a:solidFill>
              <a:srgbClr val="E3E0D7"/>
            </a:solidFill>
            <a:prstDash val="solid"/>
          </a:ln>
        </p:spPr>
      </p:sp>
      <p:sp>
        <p:nvSpPr>
          <p:cNvPr id="271" name="Shape 268"/>
          <p:cNvSpPr/>
          <p:nvPr/>
        </p:nvSpPr>
        <p:spPr>
          <a:xfrm>
            <a:off x="10561320" y="7205472"/>
            <a:ext cx="109728" cy="109728"/>
          </a:xfrm>
          <a:prstGeom prst="ellipse">
            <a:avLst/>
          </a:prstGeom>
          <a:solidFill>
            <a:srgbClr val="E3E0D7"/>
          </a:solidFill>
          <a:ln w="12700">
            <a:solidFill>
              <a:srgbClr val="E3E0D7"/>
            </a:solidFill>
            <a:prstDash val="solid"/>
          </a:ln>
        </p:spPr>
      </p:sp>
      <p:sp>
        <p:nvSpPr>
          <p:cNvPr id="272" name="Shape 269"/>
          <p:cNvSpPr/>
          <p:nvPr/>
        </p:nvSpPr>
        <p:spPr>
          <a:xfrm>
            <a:off x="10744200" y="7205472"/>
            <a:ext cx="109728" cy="109728"/>
          </a:xfrm>
          <a:prstGeom prst="ellipse">
            <a:avLst/>
          </a:prstGeom>
          <a:solidFill>
            <a:srgbClr val="E3E0D7"/>
          </a:solidFill>
          <a:ln w="12700">
            <a:solidFill>
              <a:srgbClr val="E3E0D7"/>
            </a:solidFill>
            <a:prstDash val="solid"/>
          </a:ln>
        </p:spPr>
      </p:sp>
      <p:sp>
        <p:nvSpPr>
          <p:cNvPr id="273" name="Text 270"/>
          <p:cNvSpPr txBox="1"/>
          <p:nvPr/>
        </p:nvSpPr>
        <p:spPr>
          <a:xfrm>
            <a:off x="12115800" y="71048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74" name="Shape 271"/>
          <p:cNvSpPr/>
          <p:nvPr/>
        </p:nvSpPr>
        <p:spPr>
          <a:xfrm>
            <a:off x="12573000" y="7205472"/>
            <a:ext cx="109728" cy="109728"/>
          </a:xfrm>
          <a:prstGeom prst="ellipse">
            <a:avLst/>
          </a:prstGeom>
          <a:solidFill>
            <a:srgbClr val="1C2B2F"/>
          </a:solidFill>
          <a:ln w="12700">
            <a:solidFill>
              <a:srgbClr val="1C2B2F"/>
            </a:solidFill>
            <a:prstDash val="solid"/>
          </a:ln>
        </p:spPr>
      </p:sp>
      <p:sp>
        <p:nvSpPr>
          <p:cNvPr id="275" name="Shape 272"/>
          <p:cNvSpPr/>
          <p:nvPr/>
        </p:nvSpPr>
        <p:spPr>
          <a:xfrm>
            <a:off x="12755880" y="7205472"/>
            <a:ext cx="109728" cy="109728"/>
          </a:xfrm>
          <a:prstGeom prst="ellipse">
            <a:avLst/>
          </a:prstGeom>
          <a:solidFill>
            <a:srgbClr val="1C2B2F"/>
          </a:solidFill>
          <a:ln w="12700">
            <a:solidFill>
              <a:srgbClr val="1C2B2F"/>
            </a:solidFill>
            <a:prstDash val="solid"/>
          </a:ln>
        </p:spPr>
      </p:sp>
      <p:sp>
        <p:nvSpPr>
          <p:cNvPr id="276" name="Shape 273"/>
          <p:cNvSpPr/>
          <p:nvPr/>
        </p:nvSpPr>
        <p:spPr>
          <a:xfrm>
            <a:off x="12938760" y="7205472"/>
            <a:ext cx="109728" cy="109728"/>
          </a:xfrm>
          <a:prstGeom prst="ellipse">
            <a:avLst/>
          </a:prstGeom>
          <a:solidFill>
            <a:srgbClr val="1C2B2F"/>
          </a:solidFill>
          <a:ln w="12700">
            <a:solidFill>
              <a:srgbClr val="1C2B2F"/>
            </a:solidFill>
            <a:prstDash val="solid"/>
          </a:ln>
        </p:spPr>
      </p:sp>
      <p:sp>
        <p:nvSpPr>
          <p:cNvPr id="277" name="Shape 274"/>
          <p:cNvSpPr/>
          <p:nvPr/>
        </p:nvSpPr>
        <p:spPr>
          <a:xfrm>
            <a:off x="13121640" y="7205472"/>
            <a:ext cx="109728" cy="109728"/>
          </a:xfrm>
          <a:prstGeom prst="ellipse">
            <a:avLst/>
          </a:prstGeom>
          <a:solidFill>
            <a:srgbClr val="E3E0D7"/>
          </a:solidFill>
          <a:ln w="12700">
            <a:solidFill>
              <a:srgbClr val="E3E0D7"/>
            </a:solidFill>
            <a:prstDash val="solid"/>
          </a:ln>
        </p:spPr>
      </p:sp>
      <p:sp>
        <p:nvSpPr>
          <p:cNvPr id="278" name="Shape 275"/>
          <p:cNvSpPr/>
          <p:nvPr/>
        </p:nvSpPr>
        <p:spPr>
          <a:xfrm>
            <a:off x="13304520" y="7205472"/>
            <a:ext cx="109728" cy="109728"/>
          </a:xfrm>
          <a:prstGeom prst="ellipse">
            <a:avLst/>
          </a:prstGeom>
          <a:solidFill>
            <a:srgbClr val="E3E0D7"/>
          </a:solidFill>
          <a:ln w="12700">
            <a:solidFill>
              <a:srgbClr val="E3E0D7"/>
            </a:solidFill>
            <a:prstDash val="solid"/>
          </a:ln>
        </p:spPr>
      </p:sp>
      <p:sp>
        <p:nvSpPr>
          <p:cNvPr id="279" name="Text 276"/>
          <p:cNvSpPr txBox="1"/>
          <p:nvPr/>
        </p:nvSpPr>
        <p:spPr>
          <a:xfrm>
            <a:off x="14676120" y="7095744"/>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12</a:t>
            </a:r>
            <a:endParaRPr lang="en-US" sz="2000" dirty="0"/>
          </a:p>
        </p:txBody>
      </p:sp>
      <p:sp>
        <p:nvSpPr>
          <p:cNvPr id="280" name="Shape 277"/>
          <p:cNvSpPr/>
          <p:nvPr/>
        </p:nvSpPr>
        <p:spPr>
          <a:xfrm>
            <a:off x="15361920" y="7223760"/>
            <a:ext cx="1508760" cy="82296"/>
          </a:xfrm>
          <a:prstGeom prst="roundRect">
            <a:avLst>
              <a:gd name="adj" fmla="val 44444"/>
            </a:avLst>
          </a:prstGeom>
          <a:solidFill>
            <a:srgbClr val="E3E0D7"/>
          </a:solidFill>
          <a:ln w="12700">
            <a:solidFill>
              <a:srgbClr val="E3E0D7"/>
            </a:solidFill>
            <a:prstDash val="solid"/>
          </a:ln>
        </p:spPr>
      </p:sp>
      <p:sp>
        <p:nvSpPr>
          <p:cNvPr id="281" name="Shape 278"/>
          <p:cNvSpPr/>
          <p:nvPr/>
        </p:nvSpPr>
        <p:spPr>
          <a:xfrm>
            <a:off x="15361920" y="7223760"/>
            <a:ext cx="905256" cy="82296"/>
          </a:xfrm>
          <a:prstGeom prst="roundRect">
            <a:avLst>
              <a:gd name="adj" fmla="val 44444"/>
            </a:avLst>
          </a:prstGeom>
          <a:solidFill>
            <a:srgbClr val="3E6670"/>
          </a:solidFill>
          <a:ln w="12700">
            <a:solidFill>
              <a:srgbClr val="3E6670"/>
            </a:solidFill>
            <a:prstDash val="solid"/>
          </a:ln>
        </p:spPr>
      </p:sp>
      <p:sp>
        <p:nvSpPr>
          <p:cNvPr id="282" name="Shape 279"/>
          <p:cNvSpPr/>
          <p:nvPr/>
        </p:nvSpPr>
        <p:spPr>
          <a:xfrm>
            <a:off x="1143000" y="7507224"/>
            <a:ext cx="16002000" cy="420624"/>
          </a:xfrm>
          <a:prstGeom prst="roundRect">
            <a:avLst>
              <a:gd name="adj" fmla="val 21739"/>
            </a:avLst>
          </a:prstGeom>
          <a:solidFill>
            <a:srgbClr val="FCFBF8"/>
          </a:solidFill>
          <a:ln w="9525">
            <a:solidFill>
              <a:srgbClr val="E3E0D7"/>
            </a:solidFill>
            <a:prstDash val="solid"/>
          </a:ln>
        </p:spPr>
      </p:sp>
      <p:sp>
        <p:nvSpPr>
          <p:cNvPr id="283" name="Shape 280"/>
          <p:cNvSpPr/>
          <p:nvPr/>
        </p:nvSpPr>
        <p:spPr>
          <a:xfrm>
            <a:off x="4297680" y="7507224"/>
            <a:ext cx="2331720" cy="420624"/>
          </a:xfrm>
          <a:prstGeom prst="rect">
            <a:avLst/>
          </a:prstGeom>
          <a:solidFill>
            <a:srgbClr val="E7EDEC"/>
          </a:solidFill>
          <a:ln w="12700">
            <a:solidFill>
              <a:srgbClr val="E7EDEC"/>
            </a:solidFill>
            <a:prstDash val="solid"/>
          </a:ln>
        </p:spPr>
      </p:sp>
      <p:sp>
        <p:nvSpPr>
          <p:cNvPr id="284" name="Text 281"/>
          <p:cNvSpPr txBox="1"/>
          <p:nvPr/>
        </p:nvSpPr>
        <p:spPr>
          <a:xfrm>
            <a:off x="1417320" y="7607808"/>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9.</a:t>
            </a:r>
            <a:endParaRPr lang="en-US" sz="1500" dirty="0"/>
          </a:p>
        </p:txBody>
      </p:sp>
      <p:sp>
        <p:nvSpPr>
          <p:cNvPr id="285" name="Text 282"/>
          <p:cNvSpPr txBox="1"/>
          <p:nvPr/>
        </p:nvSpPr>
        <p:spPr>
          <a:xfrm>
            <a:off x="1828800" y="7589520"/>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Poland</a:t>
            </a:r>
            <a:endParaRPr lang="en-US" sz="1700" dirty="0"/>
          </a:p>
        </p:txBody>
      </p:sp>
      <p:sp>
        <p:nvSpPr>
          <p:cNvPr id="286" name="Text 283"/>
          <p:cNvSpPr txBox="1"/>
          <p:nvPr/>
        </p:nvSpPr>
        <p:spPr>
          <a:xfrm>
            <a:off x="4434840" y="75803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87" name="Shape 284"/>
          <p:cNvSpPr/>
          <p:nvPr/>
        </p:nvSpPr>
        <p:spPr>
          <a:xfrm>
            <a:off x="4892040" y="7680960"/>
            <a:ext cx="109728" cy="109728"/>
          </a:xfrm>
          <a:prstGeom prst="ellipse">
            <a:avLst/>
          </a:prstGeom>
          <a:solidFill>
            <a:srgbClr val="1C2B2F"/>
          </a:solidFill>
          <a:ln w="12700">
            <a:solidFill>
              <a:srgbClr val="1C2B2F"/>
            </a:solidFill>
            <a:prstDash val="solid"/>
          </a:ln>
        </p:spPr>
      </p:sp>
      <p:sp>
        <p:nvSpPr>
          <p:cNvPr id="288" name="Shape 285"/>
          <p:cNvSpPr/>
          <p:nvPr/>
        </p:nvSpPr>
        <p:spPr>
          <a:xfrm>
            <a:off x="5074920" y="7680960"/>
            <a:ext cx="109728" cy="109728"/>
          </a:xfrm>
          <a:prstGeom prst="ellipse">
            <a:avLst/>
          </a:prstGeom>
          <a:solidFill>
            <a:srgbClr val="1C2B2F"/>
          </a:solidFill>
          <a:ln w="12700">
            <a:solidFill>
              <a:srgbClr val="1C2B2F"/>
            </a:solidFill>
            <a:prstDash val="solid"/>
          </a:ln>
        </p:spPr>
      </p:sp>
      <p:sp>
        <p:nvSpPr>
          <p:cNvPr id="289" name="Shape 286"/>
          <p:cNvSpPr/>
          <p:nvPr/>
        </p:nvSpPr>
        <p:spPr>
          <a:xfrm>
            <a:off x="5257800" y="7680960"/>
            <a:ext cx="109728" cy="109728"/>
          </a:xfrm>
          <a:prstGeom prst="ellipse">
            <a:avLst/>
          </a:prstGeom>
          <a:solidFill>
            <a:srgbClr val="1C2B2F"/>
          </a:solidFill>
          <a:ln w="12700">
            <a:solidFill>
              <a:srgbClr val="1C2B2F"/>
            </a:solidFill>
            <a:prstDash val="solid"/>
          </a:ln>
        </p:spPr>
      </p:sp>
      <p:sp>
        <p:nvSpPr>
          <p:cNvPr id="290" name="Shape 287"/>
          <p:cNvSpPr/>
          <p:nvPr/>
        </p:nvSpPr>
        <p:spPr>
          <a:xfrm>
            <a:off x="5440680" y="7680960"/>
            <a:ext cx="109728" cy="109728"/>
          </a:xfrm>
          <a:prstGeom prst="ellipse">
            <a:avLst/>
          </a:prstGeom>
          <a:solidFill>
            <a:srgbClr val="1C2B2F"/>
          </a:solidFill>
          <a:ln w="12700">
            <a:solidFill>
              <a:srgbClr val="1C2B2F"/>
            </a:solidFill>
            <a:prstDash val="solid"/>
          </a:ln>
        </p:spPr>
      </p:sp>
      <p:sp>
        <p:nvSpPr>
          <p:cNvPr id="291" name="Shape 288"/>
          <p:cNvSpPr/>
          <p:nvPr/>
        </p:nvSpPr>
        <p:spPr>
          <a:xfrm>
            <a:off x="5623560" y="7680960"/>
            <a:ext cx="109728" cy="109728"/>
          </a:xfrm>
          <a:prstGeom prst="ellipse">
            <a:avLst/>
          </a:prstGeom>
          <a:solidFill>
            <a:srgbClr val="1C2B2F"/>
          </a:solidFill>
          <a:ln w="12700">
            <a:solidFill>
              <a:srgbClr val="1C2B2F"/>
            </a:solidFill>
            <a:prstDash val="solid"/>
          </a:ln>
        </p:spPr>
      </p:sp>
      <p:sp>
        <p:nvSpPr>
          <p:cNvPr id="292" name="Text 289"/>
          <p:cNvSpPr txBox="1"/>
          <p:nvPr/>
        </p:nvSpPr>
        <p:spPr>
          <a:xfrm>
            <a:off x="6995160" y="75803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293" name="Shape 290"/>
          <p:cNvSpPr/>
          <p:nvPr/>
        </p:nvSpPr>
        <p:spPr>
          <a:xfrm>
            <a:off x="7452360" y="7680960"/>
            <a:ext cx="109728" cy="109728"/>
          </a:xfrm>
          <a:prstGeom prst="ellipse">
            <a:avLst/>
          </a:prstGeom>
          <a:solidFill>
            <a:srgbClr val="1C2B2F"/>
          </a:solidFill>
          <a:ln w="12700">
            <a:solidFill>
              <a:srgbClr val="1C2B2F"/>
            </a:solidFill>
            <a:prstDash val="solid"/>
          </a:ln>
        </p:spPr>
      </p:sp>
      <p:sp>
        <p:nvSpPr>
          <p:cNvPr id="294" name="Shape 291"/>
          <p:cNvSpPr/>
          <p:nvPr/>
        </p:nvSpPr>
        <p:spPr>
          <a:xfrm>
            <a:off x="7635240" y="7680960"/>
            <a:ext cx="109728" cy="109728"/>
          </a:xfrm>
          <a:prstGeom prst="ellipse">
            <a:avLst/>
          </a:prstGeom>
          <a:solidFill>
            <a:srgbClr val="1C2B2F"/>
          </a:solidFill>
          <a:ln w="12700">
            <a:solidFill>
              <a:srgbClr val="1C2B2F"/>
            </a:solidFill>
            <a:prstDash val="solid"/>
          </a:ln>
        </p:spPr>
      </p:sp>
      <p:sp>
        <p:nvSpPr>
          <p:cNvPr id="295" name="Shape 292"/>
          <p:cNvSpPr/>
          <p:nvPr/>
        </p:nvSpPr>
        <p:spPr>
          <a:xfrm>
            <a:off x="7818120" y="7680960"/>
            <a:ext cx="109728" cy="109728"/>
          </a:xfrm>
          <a:prstGeom prst="ellipse">
            <a:avLst/>
          </a:prstGeom>
          <a:solidFill>
            <a:srgbClr val="1C2B2F"/>
          </a:solidFill>
          <a:ln w="12700">
            <a:solidFill>
              <a:srgbClr val="1C2B2F"/>
            </a:solidFill>
            <a:prstDash val="solid"/>
          </a:ln>
        </p:spPr>
      </p:sp>
      <p:sp>
        <p:nvSpPr>
          <p:cNvPr id="296" name="Shape 293"/>
          <p:cNvSpPr/>
          <p:nvPr/>
        </p:nvSpPr>
        <p:spPr>
          <a:xfrm>
            <a:off x="8001000" y="7680960"/>
            <a:ext cx="109728" cy="109728"/>
          </a:xfrm>
          <a:prstGeom prst="ellipse">
            <a:avLst/>
          </a:prstGeom>
          <a:solidFill>
            <a:srgbClr val="1C2B2F"/>
          </a:solidFill>
          <a:ln w="12700">
            <a:solidFill>
              <a:srgbClr val="1C2B2F"/>
            </a:solidFill>
            <a:prstDash val="solid"/>
          </a:ln>
        </p:spPr>
      </p:sp>
      <p:sp>
        <p:nvSpPr>
          <p:cNvPr id="297" name="Shape 294"/>
          <p:cNvSpPr/>
          <p:nvPr/>
        </p:nvSpPr>
        <p:spPr>
          <a:xfrm>
            <a:off x="8183880" y="7680960"/>
            <a:ext cx="109728" cy="109728"/>
          </a:xfrm>
          <a:prstGeom prst="ellipse">
            <a:avLst/>
          </a:prstGeom>
          <a:solidFill>
            <a:srgbClr val="E3E0D7"/>
          </a:solidFill>
          <a:ln w="12700">
            <a:solidFill>
              <a:srgbClr val="E3E0D7"/>
            </a:solidFill>
            <a:prstDash val="solid"/>
          </a:ln>
        </p:spPr>
      </p:sp>
      <p:sp>
        <p:nvSpPr>
          <p:cNvPr id="298" name="Text 295"/>
          <p:cNvSpPr txBox="1"/>
          <p:nvPr/>
        </p:nvSpPr>
        <p:spPr>
          <a:xfrm>
            <a:off x="9555480" y="75803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1</a:t>
            </a:r>
            <a:endParaRPr lang="en-US" sz="1800" dirty="0"/>
          </a:p>
        </p:txBody>
      </p:sp>
      <p:sp>
        <p:nvSpPr>
          <p:cNvPr id="299" name="Shape 296"/>
          <p:cNvSpPr/>
          <p:nvPr/>
        </p:nvSpPr>
        <p:spPr>
          <a:xfrm>
            <a:off x="10012680" y="7680960"/>
            <a:ext cx="109728" cy="109728"/>
          </a:xfrm>
          <a:prstGeom prst="ellipse">
            <a:avLst/>
          </a:prstGeom>
          <a:solidFill>
            <a:srgbClr val="1C2B2F"/>
          </a:solidFill>
          <a:ln w="12700">
            <a:solidFill>
              <a:srgbClr val="1C2B2F"/>
            </a:solidFill>
            <a:prstDash val="solid"/>
          </a:ln>
        </p:spPr>
      </p:sp>
      <p:sp>
        <p:nvSpPr>
          <p:cNvPr id="300" name="Shape 297"/>
          <p:cNvSpPr/>
          <p:nvPr/>
        </p:nvSpPr>
        <p:spPr>
          <a:xfrm>
            <a:off x="10195560" y="7680960"/>
            <a:ext cx="109728" cy="109728"/>
          </a:xfrm>
          <a:prstGeom prst="ellipse">
            <a:avLst/>
          </a:prstGeom>
          <a:solidFill>
            <a:srgbClr val="E3E0D7"/>
          </a:solidFill>
          <a:ln w="12700">
            <a:solidFill>
              <a:srgbClr val="E3E0D7"/>
            </a:solidFill>
            <a:prstDash val="solid"/>
          </a:ln>
        </p:spPr>
      </p:sp>
      <p:sp>
        <p:nvSpPr>
          <p:cNvPr id="301" name="Shape 298"/>
          <p:cNvSpPr/>
          <p:nvPr/>
        </p:nvSpPr>
        <p:spPr>
          <a:xfrm>
            <a:off x="10378440" y="7680960"/>
            <a:ext cx="109728" cy="109728"/>
          </a:xfrm>
          <a:prstGeom prst="ellipse">
            <a:avLst/>
          </a:prstGeom>
          <a:solidFill>
            <a:srgbClr val="E3E0D7"/>
          </a:solidFill>
          <a:ln w="12700">
            <a:solidFill>
              <a:srgbClr val="E3E0D7"/>
            </a:solidFill>
            <a:prstDash val="solid"/>
          </a:ln>
        </p:spPr>
      </p:sp>
      <p:sp>
        <p:nvSpPr>
          <p:cNvPr id="302" name="Shape 299"/>
          <p:cNvSpPr/>
          <p:nvPr/>
        </p:nvSpPr>
        <p:spPr>
          <a:xfrm>
            <a:off x="10561320" y="7680960"/>
            <a:ext cx="109728" cy="109728"/>
          </a:xfrm>
          <a:prstGeom prst="ellipse">
            <a:avLst/>
          </a:prstGeom>
          <a:solidFill>
            <a:srgbClr val="E3E0D7"/>
          </a:solidFill>
          <a:ln w="12700">
            <a:solidFill>
              <a:srgbClr val="E3E0D7"/>
            </a:solidFill>
            <a:prstDash val="solid"/>
          </a:ln>
        </p:spPr>
      </p:sp>
      <p:sp>
        <p:nvSpPr>
          <p:cNvPr id="303" name="Shape 300"/>
          <p:cNvSpPr/>
          <p:nvPr/>
        </p:nvSpPr>
        <p:spPr>
          <a:xfrm>
            <a:off x="10744200" y="7680960"/>
            <a:ext cx="109728" cy="109728"/>
          </a:xfrm>
          <a:prstGeom prst="ellipse">
            <a:avLst/>
          </a:prstGeom>
          <a:solidFill>
            <a:srgbClr val="E3E0D7"/>
          </a:solidFill>
          <a:ln w="12700">
            <a:solidFill>
              <a:srgbClr val="E3E0D7"/>
            </a:solidFill>
            <a:prstDash val="solid"/>
          </a:ln>
        </p:spPr>
      </p:sp>
      <p:sp>
        <p:nvSpPr>
          <p:cNvPr id="304" name="Text 301"/>
          <p:cNvSpPr txBox="1"/>
          <p:nvPr/>
        </p:nvSpPr>
        <p:spPr>
          <a:xfrm>
            <a:off x="12115800" y="75803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305" name="Shape 302"/>
          <p:cNvSpPr/>
          <p:nvPr/>
        </p:nvSpPr>
        <p:spPr>
          <a:xfrm>
            <a:off x="12573000" y="7680960"/>
            <a:ext cx="109728" cy="109728"/>
          </a:xfrm>
          <a:prstGeom prst="ellipse">
            <a:avLst/>
          </a:prstGeom>
          <a:solidFill>
            <a:srgbClr val="1C2B2F"/>
          </a:solidFill>
          <a:ln w="12700">
            <a:solidFill>
              <a:srgbClr val="1C2B2F"/>
            </a:solidFill>
            <a:prstDash val="solid"/>
          </a:ln>
        </p:spPr>
      </p:sp>
      <p:sp>
        <p:nvSpPr>
          <p:cNvPr id="306" name="Shape 303"/>
          <p:cNvSpPr/>
          <p:nvPr/>
        </p:nvSpPr>
        <p:spPr>
          <a:xfrm>
            <a:off x="12755880" y="7680960"/>
            <a:ext cx="109728" cy="109728"/>
          </a:xfrm>
          <a:prstGeom prst="ellipse">
            <a:avLst/>
          </a:prstGeom>
          <a:solidFill>
            <a:srgbClr val="1C2B2F"/>
          </a:solidFill>
          <a:ln w="12700">
            <a:solidFill>
              <a:srgbClr val="1C2B2F"/>
            </a:solidFill>
            <a:prstDash val="solid"/>
          </a:ln>
        </p:spPr>
      </p:sp>
      <p:sp>
        <p:nvSpPr>
          <p:cNvPr id="307" name="Shape 304"/>
          <p:cNvSpPr/>
          <p:nvPr/>
        </p:nvSpPr>
        <p:spPr>
          <a:xfrm>
            <a:off x="12938760" y="7680960"/>
            <a:ext cx="109728" cy="109728"/>
          </a:xfrm>
          <a:prstGeom prst="ellipse">
            <a:avLst/>
          </a:prstGeom>
          <a:solidFill>
            <a:srgbClr val="E3E0D7"/>
          </a:solidFill>
          <a:ln w="12700">
            <a:solidFill>
              <a:srgbClr val="E3E0D7"/>
            </a:solidFill>
            <a:prstDash val="solid"/>
          </a:ln>
        </p:spPr>
      </p:sp>
      <p:sp>
        <p:nvSpPr>
          <p:cNvPr id="308" name="Shape 305"/>
          <p:cNvSpPr/>
          <p:nvPr/>
        </p:nvSpPr>
        <p:spPr>
          <a:xfrm>
            <a:off x="13121640" y="7680960"/>
            <a:ext cx="109728" cy="109728"/>
          </a:xfrm>
          <a:prstGeom prst="ellipse">
            <a:avLst/>
          </a:prstGeom>
          <a:solidFill>
            <a:srgbClr val="E3E0D7"/>
          </a:solidFill>
          <a:ln w="12700">
            <a:solidFill>
              <a:srgbClr val="E3E0D7"/>
            </a:solidFill>
            <a:prstDash val="solid"/>
          </a:ln>
        </p:spPr>
      </p:sp>
      <p:sp>
        <p:nvSpPr>
          <p:cNvPr id="309" name="Shape 306"/>
          <p:cNvSpPr/>
          <p:nvPr/>
        </p:nvSpPr>
        <p:spPr>
          <a:xfrm>
            <a:off x="13304520" y="7680960"/>
            <a:ext cx="109728" cy="109728"/>
          </a:xfrm>
          <a:prstGeom prst="ellipse">
            <a:avLst/>
          </a:prstGeom>
          <a:solidFill>
            <a:srgbClr val="E3E0D7"/>
          </a:solidFill>
          <a:ln w="12700">
            <a:solidFill>
              <a:srgbClr val="E3E0D7"/>
            </a:solidFill>
            <a:prstDash val="solid"/>
          </a:ln>
        </p:spPr>
      </p:sp>
      <p:sp>
        <p:nvSpPr>
          <p:cNvPr id="310" name="Text 307"/>
          <p:cNvSpPr txBox="1"/>
          <p:nvPr/>
        </p:nvSpPr>
        <p:spPr>
          <a:xfrm>
            <a:off x="14676120" y="7571232"/>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12</a:t>
            </a:r>
            <a:endParaRPr lang="en-US" sz="2000" dirty="0"/>
          </a:p>
        </p:txBody>
      </p:sp>
      <p:sp>
        <p:nvSpPr>
          <p:cNvPr id="311" name="Shape 308"/>
          <p:cNvSpPr/>
          <p:nvPr/>
        </p:nvSpPr>
        <p:spPr>
          <a:xfrm>
            <a:off x="15361920" y="7699248"/>
            <a:ext cx="1508760" cy="82296"/>
          </a:xfrm>
          <a:prstGeom prst="roundRect">
            <a:avLst>
              <a:gd name="adj" fmla="val 44444"/>
            </a:avLst>
          </a:prstGeom>
          <a:solidFill>
            <a:srgbClr val="E3E0D7"/>
          </a:solidFill>
          <a:ln w="12700">
            <a:solidFill>
              <a:srgbClr val="E3E0D7"/>
            </a:solidFill>
            <a:prstDash val="solid"/>
          </a:ln>
        </p:spPr>
      </p:sp>
      <p:sp>
        <p:nvSpPr>
          <p:cNvPr id="312" name="Shape 309"/>
          <p:cNvSpPr/>
          <p:nvPr/>
        </p:nvSpPr>
        <p:spPr>
          <a:xfrm>
            <a:off x="15361920" y="7699248"/>
            <a:ext cx="905256" cy="82296"/>
          </a:xfrm>
          <a:prstGeom prst="roundRect">
            <a:avLst>
              <a:gd name="adj" fmla="val 44444"/>
            </a:avLst>
          </a:prstGeom>
          <a:solidFill>
            <a:srgbClr val="3E6670"/>
          </a:solidFill>
          <a:ln w="12700">
            <a:solidFill>
              <a:srgbClr val="3E6670"/>
            </a:solidFill>
            <a:prstDash val="solid"/>
          </a:ln>
        </p:spPr>
      </p:sp>
      <p:sp>
        <p:nvSpPr>
          <p:cNvPr id="313" name="Shape 310"/>
          <p:cNvSpPr/>
          <p:nvPr/>
        </p:nvSpPr>
        <p:spPr>
          <a:xfrm>
            <a:off x="1143000" y="7982712"/>
            <a:ext cx="16002000" cy="420624"/>
          </a:xfrm>
          <a:prstGeom prst="roundRect">
            <a:avLst>
              <a:gd name="adj" fmla="val 21739"/>
            </a:avLst>
          </a:prstGeom>
          <a:solidFill>
            <a:srgbClr val="FCFBF8"/>
          </a:solidFill>
          <a:ln w="9525">
            <a:solidFill>
              <a:srgbClr val="E3E0D7"/>
            </a:solidFill>
            <a:prstDash val="solid"/>
          </a:ln>
        </p:spPr>
      </p:sp>
      <p:sp>
        <p:nvSpPr>
          <p:cNvPr id="314" name="Shape 311"/>
          <p:cNvSpPr/>
          <p:nvPr/>
        </p:nvSpPr>
        <p:spPr>
          <a:xfrm>
            <a:off x="4297680" y="7982712"/>
            <a:ext cx="2331720" cy="420624"/>
          </a:xfrm>
          <a:prstGeom prst="rect">
            <a:avLst/>
          </a:prstGeom>
          <a:solidFill>
            <a:srgbClr val="E7EDEC"/>
          </a:solidFill>
          <a:ln w="12700">
            <a:solidFill>
              <a:srgbClr val="E7EDEC"/>
            </a:solidFill>
            <a:prstDash val="solid"/>
          </a:ln>
        </p:spPr>
      </p:sp>
      <p:sp>
        <p:nvSpPr>
          <p:cNvPr id="315" name="Text 312"/>
          <p:cNvSpPr txBox="1"/>
          <p:nvPr/>
        </p:nvSpPr>
        <p:spPr>
          <a:xfrm>
            <a:off x="1417320" y="8083296"/>
            <a:ext cx="457200" cy="274320"/>
          </a:xfrm>
          <a:prstGeom prst="rect">
            <a:avLst/>
          </a:prstGeom>
          <a:noFill/>
          <a:ln/>
        </p:spPr>
        <p:txBody>
          <a:bodyPr wrap="square" lIns="0" tIns="0" rIns="0" bIns="0" rtlCol="0" anchor="t"/>
          <a:lstStyle/>
          <a:p>
            <a:pPr indent="0" marL="0">
              <a:buNone/>
            </a:pPr>
            <a:endParaRPr lang="en-US" sz="1500" dirty="0"/>
          </a:p>
        </p:txBody>
      </p:sp>
      <p:sp>
        <p:nvSpPr>
          <p:cNvPr id="316" name="Text 313"/>
          <p:cNvSpPr txBox="1"/>
          <p:nvPr/>
        </p:nvSpPr>
        <p:spPr>
          <a:xfrm>
            <a:off x="1828800" y="8065008"/>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Switzerland</a:t>
            </a:r>
            <a:endParaRPr lang="en-US" sz="1700" dirty="0"/>
          </a:p>
        </p:txBody>
      </p:sp>
      <p:sp>
        <p:nvSpPr>
          <p:cNvPr id="317" name="Text 314"/>
          <p:cNvSpPr txBox="1"/>
          <p:nvPr/>
        </p:nvSpPr>
        <p:spPr>
          <a:xfrm>
            <a:off x="3154680" y="8110728"/>
            <a:ext cx="109728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outside EU</a:t>
            </a:r>
            <a:endParaRPr lang="en-US" sz="1150" dirty="0"/>
          </a:p>
        </p:txBody>
      </p:sp>
      <p:sp>
        <p:nvSpPr>
          <p:cNvPr id="318" name="Text 315"/>
          <p:cNvSpPr txBox="1"/>
          <p:nvPr/>
        </p:nvSpPr>
        <p:spPr>
          <a:xfrm>
            <a:off x="4434840" y="80558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319" name="Shape 316"/>
          <p:cNvSpPr/>
          <p:nvPr/>
        </p:nvSpPr>
        <p:spPr>
          <a:xfrm>
            <a:off x="4892040" y="8156448"/>
            <a:ext cx="109728" cy="109728"/>
          </a:xfrm>
          <a:prstGeom prst="ellipse">
            <a:avLst/>
          </a:prstGeom>
          <a:solidFill>
            <a:srgbClr val="1C2B2F"/>
          </a:solidFill>
          <a:ln w="12700">
            <a:solidFill>
              <a:srgbClr val="1C2B2F"/>
            </a:solidFill>
            <a:prstDash val="solid"/>
          </a:ln>
        </p:spPr>
      </p:sp>
      <p:sp>
        <p:nvSpPr>
          <p:cNvPr id="320" name="Shape 317"/>
          <p:cNvSpPr/>
          <p:nvPr/>
        </p:nvSpPr>
        <p:spPr>
          <a:xfrm>
            <a:off x="5074920" y="8156448"/>
            <a:ext cx="109728" cy="109728"/>
          </a:xfrm>
          <a:prstGeom prst="ellipse">
            <a:avLst/>
          </a:prstGeom>
          <a:solidFill>
            <a:srgbClr val="1C2B2F"/>
          </a:solidFill>
          <a:ln w="12700">
            <a:solidFill>
              <a:srgbClr val="1C2B2F"/>
            </a:solidFill>
            <a:prstDash val="solid"/>
          </a:ln>
        </p:spPr>
      </p:sp>
      <p:sp>
        <p:nvSpPr>
          <p:cNvPr id="321" name="Shape 318"/>
          <p:cNvSpPr/>
          <p:nvPr/>
        </p:nvSpPr>
        <p:spPr>
          <a:xfrm>
            <a:off x="5257800" y="8156448"/>
            <a:ext cx="109728" cy="109728"/>
          </a:xfrm>
          <a:prstGeom prst="ellipse">
            <a:avLst/>
          </a:prstGeom>
          <a:solidFill>
            <a:srgbClr val="1C2B2F"/>
          </a:solidFill>
          <a:ln w="12700">
            <a:solidFill>
              <a:srgbClr val="1C2B2F"/>
            </a:solidFill>
            <a:prstDash val="solid"/>
          </a:ln>
        </p:spPr>
      </p:sp>
      <p:sp>
        <p:nvSpPr>
          <p:cNvPr id="322" name="Shape 319"/>
          <p:cNvSpPr/>
          <p:nvPr/>
        </p:nvSpPr>
        <p:spPr>
          <a:xfrm>
            <a:off x="5440680" y="8156448"/>
            <a:ext cx="109728" cy="109728"/>
          </a:xfrm>
          <a:prstGeom prst="ellipse">
            <a:avLst/>
          </a:prstGeom>
          <a:solidFill>
            <a:srgbClr val="1C2B2F"/>
          </a:solidFill>
          <a:ln w="12700">
            <a:solidFill>
              <a:srgbClr val="1C2B2F"/>
            </a:solidFill>
            <a:prstDash val="solid"/>
          </a:ln>
        </p:spPr>
      </p:sp>
      <p:sp>
        <p:nvSpPr>
          <p:cNvPr id="323" name="Shape 320"/>
          <p:cNvSpPr/>
          <p:nvPr/>
        </p:nvSpPr>
        <p:spPr>
          <a:xfrm>
            <a:off x="5623560" y="8156448"/>
            <a:ext cx="109728" cy="109728"/>
          </a:xfrm>
          <a:prstGeom prst="ellipse">
            <a:avLst/>
          </a:prstGeom>
          <a:solidFill>
            <a:srgbClr val="1C2B2F"/>
          </a:solidFill>
          <a:ln w="12700">
            <a:solidFill>
              <a:srgbClr val="1C2B2F"/>
            </a:solidFill>
            <a:prstDash val="solid"/>
          </a:ln>
        </p:spPr>
      </p:sp>
      <p:sp>
        <p:nvSpPr>
          <p:cNvPr id="324" name="Text 321"/>
          <p:cNvSpPr txBox="1"/>
          <p:nvPr/>
        </p:nvSpPr>
        <p:spPr>
          <a:xfrm>
            <a:off x="6995160" y="80558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325" name="Shape 322"/>
          <p:cNvSpPr/>
          <p:nvPr/>
        </p:nvSpPr>
        <p:spPr>
          <a:xfrm>
            <a:off x="7452360" y="8156448"/>
            <a:ext cx="109728" cy="109728"/>
          </a:xfrm>
          <a:prstGeom prst="ellipse">
            <a:avLst/>
          </a:prstGeom>
          <a:solidFill>
            <a:srgbClr val="1C2B2F"/>
          </a:solidFill>
          <a:ln w="12700">
            <a:solidFill>
              <a:srgbClr val="1C2B2F"/>
            </a:solidFill>
            <a:prstDash val="solid"/>
          </a:ln>
        </p:spPr>
      </p:sp>
      <p:sp>
        <p:nvSpPr>
          <p:cNvPr id="326" name="Shape 323"/>
          <p:cNvSpPr/>
          <p:nvPr/>
        </p:nvSpPr>
        <p:spPr>
          <a:xfrm>
            <a:off x="7635240" y="8156448"/>
            <a:ext cx="109728" cy="109728"/>
          </a:xfrm>
          <a:prstGeom prst="ellipse">
            <a:avLst/>
          </a:prstGeom>
          <a:solidFill>
            <a:srgbClr val="1C2B2F"/>
          </a:solidFill>
          <a:ln w="12700">
            <a:solidFill>
              <a:srgbClr val="1C2B2F"/>
            </a:solidFill>
            <a:prstDash val="solid"/>
          </a:ln>
        </p:spPr>
      </p:sp>
      <p:sp>
        <p:nvSpPr>
          <p:cNvPr id="327" name="Shape 324"/>
          <p:cNvSpPr/>
          <p:nvPr/>
        </p:nvSpPr>
        <p:spPr>
          <a:xfrm>
            <a:off x="7818120" y="8156448"/>
            <a:ext cx="109728" cy="109728"/>
          </a:xfrm>
          <a:prstGeom prst="ellipse">
            <a:avLst/>
          </a:prstGeom>
          <a:solidFill>
            <a:srgbClr val="1C2B2F"/>
          </a:solidFill>
          <a:ln w="12700">
            <a:solidFill>
              <a:srgbClr val="1C2B2F"/>
            </a:solidFill>
            <a:prstDash val="solid"/>
          </a:ln>
        </p:spPr>
      </p:sp>
      <p:sp>
        <p:nvSpPr>
          <p:cNvPr id="328" name="Shape 325"/>
          <p:cNvSpPr/>
          <p:nvPr/>
        </p:nvSpPr>
        <p:spPr>
          <a:xfrm>
            <a:off x="8001000" y="8156448"/>
            <a:ext cx="109728" cy="109728"/>
          </a:xfrm>
          <a:prstGeom prst="ellipse">
            <a:avLst/>
          </a:prstGeom>
          <a:solidFill>
            <a:srgbClr val="E3E0D7"/>
          </a:solidFill>
          <a:ln w="12700">
            <a:solidFill>
              <a:srgbClr val="E3E0D7"/>
            </a:solidFill>
            <a:prstDash val="solid"/>
          </a:ln>
        </p:spPr>
      </p:sp>
      <p:sp>
        <p:nvSpPr>
          <p:cNvPr id="329" name="Shape 326"/>
          <p:cNvSpPr/>
          <p:nvPr/>
        </p:nvSpPr>
        <p:spPr>
          <a:xfrm>
            <a:off x="8183880" y="8156448"/>
            <a:ext cx="109728" cy="109728"/>
          </a:xfrm>
          <a:prstGeom prst="ellipse">
            <a:avLst/>
          </a:prstGeom>
          <a:solidFill>
            <a:srgbClr val="E3E0D7"/>
          </a:solidFill>
          <a:ln w="12700">
            <a:solidFill>
              <a:srgbClr val="E3E0D7"/>
            </a:solidFill>
            <a:prstDash val="solid"/>
          </a:ln>
        </p:spPr>
      </p:sp>
      <p:sp>
        <p:nvSpPr>
          <p:cNvPr id="330" name="Text 327"/>
          <p:cNvSpPr txBox="1"/>
          <p:nvPr/>
        </p:nvSpPr>
        <p:spPr>
          <a:xfrm>
            <a:off x="9555480" y="80558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331" name="Shape 328"/>
          <p:cNvSpPr/>
          <p:nvPr/>
        </p:nvSpPr>
        <p:spPr>
          <a:xfrm>
            <a:off x="10012680" y="8156448"/>
            <a:ext cx="109728" cy="109728"/>
          </a:xfrm>
          <a:prstGeom prst="ellipse">
            <a:avLst/>
          </a:prstGeom>
          <a:solidFill>
            <a:srgbClr val="1C2B2F"/>
          </a:solidFill>
          <a:ln w="12700">
            <a:solidFill>
              <a:srgbClr val="1C2B2F"/>
            </a:solidFill>
            <a:prstDash val="solid"/>
          </a:ln>
        </p:spPr>
      </p:sp>
      <p:sp>
        <p:nvSpPr>
          <p:cNvPr id="332" name="Shape 329"/>
          <p:cNvSpPr/>
          <p:nvPr/>
        </p:nvSpPr>
        <p:spPr>
          <a:xfrm>
            <a:off x="10195560" y="8156448"/>
            <a:ext cx="109728" cy="109728"/>
          </a:xfrm>
          <a:prstGeom prst="ellipse">
            <a:avLst/>
          </a:prstGeom>
          <a:solidFill>
            <a:srgbClr val="1C2B2F"/>
          </a:solidFill>
          <a:ln w="12700">
            <a:solidFill>
              <a:srgbClr val="1C2B2F"/>
            </a:solidFill>
            <a:prstDash val="solid"/>
          </a:ln>
        </p:spPr>
      </p:sp>
      <p:sp>
        <p:nvSpPr>
          <p:cNvPr id="333" name="Shape 330"/>
          <p:cNvSpPr/>
          <p:nvPr/>
        </p:nvSpPr>
        <p:spPr>
          <a:xfrm>
            <a:off x="10378440" y="8156448"/>
            <a:ext cx="109728" cy="109728"/>
          </a:xfrm>
          <a:prstGeom prst="ellipse">
            <a:avLst/>
          </a:prstGeom>
          <a:solidFill>
            <a:srgbClr val="1C2B2F"/>
          </a:solidFill>
          <a:ln w="12700">
            <a:solidFill>
              <a:srgbClr val="1C2B2F"/>
            </a:solidFill>
            <a:prstDash val="solid"/>
          </a:ln>
        </p:spPr>
      </p:sp>
      <p:sp>
        <p:nvSpPr>
          <p:cNvPr id="334" name="Shape 331"/>
          <p:cNvSpPr/>
          <p:nvPr/>
        </p:nvSpPr>
        <p:spPr>
          <a:xfrm>
            <a:off x="10561320" y="8156448"/>
            <a:ext cx="109728" cy="109728"/>
          </a:xfrm>
          <a:prstGeom prst="ellipse">
            <a:avLst/>
          </a:prstGeom>
          <a:solidFill>
            <a:srgbClr val="1C2B2F"/>
          </a:solidFill>
          <a:ln w="12700">
            <a:solidFill>
              <a:srgbClr val="1C2B2F"/>
            </a:solidFill>
            <a:prstDash val="solid"/>
          </a:ln>
        </p:spPr>
      </p:sp>
      <p:sp>
        <p:nvSpPr>
          <p:cNvPr id="335" name="Shape 332"/>
          <p:cNvSpPr/>
          <p:nvPr/>
        </p:nvSpPr>
        <p:spPr>
          <a:xfrm>
            <a:off x="10744200" y="8156448"/>
            <a:ext cx="109728" cy="109728"/>
          </a:xfrm>
          <a:prstGeom prst="ellipse">
            <a:avLst/>
          </a:prstGeom>
          <a:solidFill>
            <a:srgbClr val="1C2B2F"/>
          </a:solidFill>
          <a:ln w="12700">
            <a:solidFill>
              <a:srgbClr val="1C2B2F"/>
            </a:solidFill>
            <a:prstDash val="solid"/>
          </a:ln>
        </p:spPr>
      </p:sp>
      <p:sp>
        <p:nvSpPr>
          <p:cNvPr id="336" name="Text 333"/>
          <p:cNvSpPr txBox="1"/>
          <p:nvPr/>
        </p:nvSpPr>
        <p:spPr>
          <a:xfrm>
            <a:off x="12115800" y="80558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1</a:t>
            </a:r>
            <a:endParaRPr lang="en-US" sz="1800" dirty="0"/>
          </a:p>
        </p:txBody>
      </p:sp>
      <p:sp>
        <p:nvSpPr>
          <p:cNvPr id="337" name="Shape 334"/>
          <p:cNvSpPr/>
          <p:nvPr/>
        </p:nvSpPr>
        <p:spPr>
          <a:xfrm>
            <a:off x="12573000" y="8156448"/>
            <a:ext cx="109728" cy="109728"/>
          </a:xfrm>
          <a:prstGeom prst="ellipse">
            <a:avLst/>
          </a:prstGeom>
          <a:solidFill>
            <a:srgbClr val="1C2B2F"/>
          </a:solidFill>
          <a:ln w="12700">
            <a:solidFill>
              <a:srgbClr val="1C2B2F"/>
            </a:solidFill>
            <a:prstDash val="solid"/>
          </a:ln>
        </p:spPr>
      </p:sp>
      <p:sp>
        <p:nvSpPr>
          <p:cNvPr id="338" name="Shape 335"/>
          <p:cNvSpPr/>
          <p:nvPr/>
        </p:nvSpPr>
        <p:spPr>
          <a:xfrm>
            <a:off x="12755880" y="8156448"/>
            <a:ext cx="109728" cy="109728"/>
          </a:xfrm>
          <a:prstGeom prst="ellipse">
            <a:avLst/>
          </a:prstGeom>
          <a:solidFill>
            <a:srgbClr val="E3E0D7"/>
          </a:solidFill>
          <a:ln w="12700">
            <a:solidFill>
              <a:srgbClr val="E3E0D7"/>
            </a:solidFill>
            <a:prstDash val="solid"/>
          </a:ln>
        </p:spPr>
      </p:sp>
      <p:sp>
        <p:nvSpPr>
          <p:cNvPr id="339" name="Shape 336"/>
          <p:cNvSpPr/>
          <p:nvPr/>
        </p:nvSpPr>
        <p:spPr>
          <a:xfrm>
            <a:off x="12938760" y="8156448"/>
            <a:ext cx="109728" cy="109728"/>
          </a:xfrm>
          <a:prstGeom prst="ellipse">
            <a:avLst/>
          </a:prstGeom>
          <a:solidFill>
            <a:srgbClr val="E3E0D7"/>
          </a:solidFill>
          <a:ln w="12700">
            <a:solidFill>
              <a:srgbClr val="E3E0D7"/>
            </a:solidFill>
            <a:prstDash val="solid"/>
          </a:ln>
        </p:spPr>
      </p:sp>
      <p:sp>
        <p:nvSpPr>
          <p:cNvPr id="340" name="Shape 337"/>
          <p:cNvSpPr/>
          <p:nvPr/>
        </p:nvSpPr>
        <p:spPr>
          <a:xfrm>
            <a:off x="13121640" y="8156448"/>
            <a:ext cx="109728" cy="109728"/>
          </a:xfrm>
          <a:prstGeom prst="ellipse">
            <a:avLst/>
          </a:prstGeom>
          <a:solidFill>
            <a:srgbClr val="E3E0D7"/>
          </a:solidFill>
          <a:ln w="12700">
            <a:solidFill>
              <a:srgbClr val="E3E0D7"/>
            </a:solidFill>
            <a:prstDash val="solid"/>
          </a:ln>
        </p:spPr>
      </p:sp>
      <p:sp>
        <p:nvSpPr>
          <p:cNvPr id="341" name="Shape 338"/>
          <p:cNvSpPr/>
          <p:nvPr/>
        </p:nvSpPr>
        <p:spPr>
          <a:xfrm>
            <a:off x="13304520" y="8156448"/>
            <a:ext cx="109728" cy="109728"/>
          </a:xfrm>
          <a:prstGeom prst="ellipse">
            <a:avLst/>
          </a:prstGeom>
          <a:solidFill>
            <a:srgbClr val="E3E0D7"/>
          </a:solidFill>
          <a:ln w="12700">
            <a:solidFill>
              <a:srgbClr val="E3E0D7"/>
            </a:solidFill>
            <a:prstDash val="solid"/>
          </a:ln>
        </p:spPr>
      </p:sp>
      <p:sp>
        <p:nvSpPr>
          <p:cNvPr id="342" name="Text 339"/>
          <p:cNvSpPr txBox="1"/>
          <p:nvPr/>
        </p:nvSpPr>
        <p:spPr>
          <a:xfrm>
            <a:off x="14676120" y="8046720"/>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343" name="Shape 340"/>
          <p:cNvSpPr/>
          <p:nvPr/>
        </p:nvSpPr>
        <p:spPr>
          <a:xfrm>
            <a:off x="15361920" y="8174736"/>
            <a:ext cx="1508760" cy="82296"/>
          </a:xfrm>
          <a:prstGeom prst="roundRect">
            <a:avLst>
              <a:gd name="adj" fmla="val 44444"/>
            </a:avLst>
          </a:prstGeom>
          <a:solidFill>
            <a:srgbClr val="E3E0D7"/>
          </a:solidFill>
          <a:ln w="12700">
            <a:solidFill>
              <a:srgbClr val="E3E0D7"/>
            </a:solidFill>
            <a:prstDash val="solid"/>
          </a:ln>
        </p:spPr>
      </p:sp>
      <p:sp>
        <p:nvSpPr>
          <p:cNvPr id="344" name="Shape 341"/>
          <p:cNvSpPr/>
          <p:nvPr/>
        </p:nvSpPr>
        <p:spPr>
          <a:xfrm>
            <a:off x="15361920" y="8174736"/>
            <a:ext cx="1056132" cy="82296"/>
          </a:xfrm>
          <a:prstGeom prst="roundRect">
            <a:avLst>
              <a:gd name="adj" fmla="val 44444"/>
            </a:avLst>
          </a:prstGeom>
          <a:solidFill>
            <a:srgbClr val="3E6670"/>
          </a:solidFill>
          <a:ln w="12700">
            <a:solidFill>
              <a:srgbClr val="3E6670"/>
            </a:solidFill>
            <a:prstDash val="solid"/>
          </a:ln>
        </p:spPr>
      </p:sp>
      <p:sp>
        <p:nvSpPr>
          <p:cNvPr id="345" name="Text 342"/>
          <p:cNvSpPr txBox="1"/>
          <p:nvPr/>
        </p:nvSpPr>
        <p:spPr>
          <a:xfrm>
            <a:off x="1143000" y="8549640"/>
            <a:ext cx="16002000" cy="1005840"/>
          </a:xfrm>
          <a:prstGeom prst="rect">
            <a:avLst/>
          </a:prstGeom>
          <a:noFill/>
          <a:ln/>
        </p:spPr>
        <p:txBody>
          <a:bodyPr wrap="square" lIns="0" tIns="0" rIns="0" bIns="0" rtlCol="0" anchor="t"/>
          <a:lstStyle/>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1  AI may advise  </a:t>
            </a:r>
            <a:pPr indent="0" marL="0">
              <a:spcAft>
                <a:spcPts val="300"/>
              </a:spcAft>
              <a:buNone/>
            </a:pPr>
            <a:r>
              <a:rPr lang="en-US" sz="950" dirty="0">
                <a:solidFill>
                  <a:srgbClr val="8A9A9D"/>
                </a:solidFill>
                <a:latin typeface="Geist" pitchFamily="34" charset="0"/>
                <a:ea typeface="Geist" pitchFamily="34" charset="-122"/>
                <a:cs typeface="Geist" pitchFamily="34" charset="-120"/>
              </a:rPr>
              <a:t>NL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wetten.overheid.nl</a:t>
            </a:r>
            <a:pPr indent="0" marL="0">
              <a:spcAft>
                <a:spcPts val="300"/>
              </a:spcAft>
              <a:buNone/>
            </a:pPr>
            <a:r>
              <a:rPr lang="en-US" sz="950" dirty="0">
                <a:solidFill>
                  <a:srgbClr val="8A9A9D"/>
                </a:solidFill>
                <a:latin typeface="Geist" pitchFamily="34" charset="0"/>
                <a:ea typeface="Geist" pitchFamily="34" charset="-122"/>
                <a:cs typeface="Geist" pitchFamily="34" charset="-120"/>
              </a:rPr>
              <a:t>  SE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300"/>
              </a:spcAft>
              <a:buNone/>
            </a:pPr>
            <a:r>
              <a:rPr lang="en-US" sz="950" dirty="0">
                <a:solidFill>
                  <a:srgbClr val="8A9A9D"/>
                </a:solidFill>
                <a:latin typeface="Geist" pitchFamily="34" charset="0"/>
                <a:ea typeface="Geist" pitchFamily="34" charset="-122"/>
                <a:cs typeface="Geist" pitchFamily="34" charset="-120"/>
              </a:rPr>
              <a:t>  DK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300"/>
              </a:spcAft>
              <a:buNone/>
            </a:pPr>
            <a:r>
              <a:rPr lang="en-US" sz="950" dirty="0">
                <a:solidFill>
                  <a:srgbClr val="8A9A9D"/>
                </a:solidFill>
                <a:latin typeface="Geist" pitchFamily="34" charset="0"/>
                <a:ea typeface="Geist" pitchFamily="34" charset="-122"/>
                <a:cs typeface="Geist" pitchFamily="34" charset="-120"/>
              </a:rPr>
              <a:t>  FI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300"/>
              </a:spcAft>
              <a:buNone/>
            </a:pPr>
            <a:r>
              <a:rPr lang="en-US" sz="950" dirty="0">
                <a:solidFill>
                  <a:srgbClr val="8A9A9D"/>
                </a:solidFill>
                <a:latin typeface="Geist" pitchFamily="34" charset="0"/>
                <a:ea typeface="Geist" pitchFamily="34" charset="-122"/>
                <a:cs typeface="Geist" pitchFamily="34" charset="-120"/>
              </a:rPr>
              <a: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300"/>
              </a:spcAft>
              <a:buNone/>
            </a:pPr>
            <a:r>
              <a:rPr lang="en-US" sz="950" dirty="0">
                <a:solidFill>
                  <a:srgbClr val="8A9A9D"/>
                </a:solidFill>
                <a:latin typeface="Geist" pitchFamily="34" charset="0"/>
                <a:ea typeface="Geist" pitchFamily="34" charset="-122"/>
                <a:cs typeface="Geist" pitchFamily="34" charset="-120"/>
              </a:rPr>
              <a:t>  BE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6" invalidUrl="" action="" tgtFrame="" tooltip="" history="1" highlightClick="0" endSnd="0">
                  <a:extLst>
                    <a:ext uri="{A12FA001-AC4F-418D-AE19-62706E023703}">
                      <ahyp:hlinkClr xmlns:ahyp="http://schemas.microsoft.com/office/drawing/2018/hyperlinkcolor" val="tx"/>
                    </a:ext>
                  </a:extLst>
                </a:hlinkClick>
              </a:rPr>
              <a:t>ejustice.just.fgov.be</a:t>
            </a:r>
            <a:pPr indent="0" marL="0">
              <a:spcAft>
                <a:spcPts val="300"/>
              </a:spcAft>
              <a:buNone/>
            </a:pPr>
            <a:r>
              <a:rPr lang="en-US" sz="950" dirty="0">
                <a:solidFill>
                  <a:srgbClr val="8A9A9D"/>
                </a:solidFill>
                <a:latin typeface="Geist" pitchFamily="34" charset="0"/>
                <a:ea typeface="Geist" pitchFamily="34" charset="-122"/>
                <a:cs typeface="Geist" pitchFamily="34" charset="-120"/>
              </a:rPr>
              <a:t>  CH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7" invalidUrl="" action="" tgtFrame="" tooltip="" history="1" highlightClick="0" endSnd="0">
                  <a:extLst>
                    <a:ext uri="{A12FA001-AC4F-418D-AE19-62706E023703}">
                      <ahyp:hlinkClr xmlns:ahyp="http://schemas.microsoft.com/office/drawing/2018/hyperlinkcolor" val="tx"/>
                    </a:ext>
                  </a:extLst>
                </a:hlinkClick>
              </a:rPr>
              <a:t>fedlex.admin.ch</a:t>
            </a:r>
            <a:pPr indent="0" marL="0">
              <a:spcAft>
                <a:spcPts val="300"/>
              </a:spcAft>
              <a:buNone/>
            </a:pPr>
            <a:r>
              <a:rPr lang="en-US" sz="950" dirty="0">
                <a:solidFill>
                  <a:srgbClr val="8A9A9D"/>
                </a:solidFill>
                <a:latin typeface="Geist" pitchFamily="34" charset="0"/>
                <a:ea typeface="Geist" pitchFamily="34" charset="-122"/>
                <a:cs typeface="Geist" pitchFamily="34" charset="-120"/>
              </a:rPr>
              <a:t>  DE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gesetze-im-internet.de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bundesgerichtshof.de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IT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normattiva.it</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2  Market size  </a:t>
            </a:r>
            <a:pPr indent="0" marL="0">
              <a:spcAft>
                <a:spcPts val="300"/>
              </a:spcAft>
              <a:buNone/>
            </a:pPr>
            <a:r>
              <a:rPr lang="en-US" sz="950" dirty="0">
                <a:solidFill>
                  <a:srgbClr val="8A9A9D"/>
                </a:solidFill>
                <a:latin typeface="Geist" pitchFamily="34" charset="0"/>
                <a:ea typeface="Geist" pitchFamily="34" charset="-122"/>
                <a:cs typeface="Geist" pitchFamily="34" charset="-120"/>
              </a:rPr>
              <a:t>Eurostat sbs_sc_ovw 2024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CH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bfs.admin.ch</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3  Savings potential  </a:t>
            </a:r>
            <a:pPr indent="0" marL="0">
              <a:spcAft>
                <a:spcPts val="300"/>
              </a:spcAft>
              <a:buNone/>
            </a:pPr>
            <a:r>
              <a:rPr lang="en-US" sz="950" dirty="0">
                <a:solidFill>
                  <a:srgbClr val="8A9A9D"/>
                </a:solidFill>
                <a:latin typeface="Geist" pitchFamily="34" charset="0"/>
                <a:ea typeface="Geist" pitchFamily="34" charset="-122"/>
                <a:cs typeface="Geist" pitchFamily="34" charset="-120"/>
              </a:rPr>
              <a:t>Eurostat sbs_ovw_act, tps00001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BE, IT,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e-justice.europa.eu</a:t>
            </a:r>
            <a:pPr indent="0" marL="0">
              <a:spcAft>
                <a:spcPts val="300"/>
              </a:spcAft>
              <a:buNone/>
            </a:pPr>
            <a:r>
              <a:rPr lang="en-US" sz="950" dirty="0">
                <a:solidFill>
                  <a:srgbClr val="8A9A9D"/>
                </a:solidFill>
                <a:latin typeface="Geist" pitchFamily="34" charset="0"/>
                <a:ea typeface="Geist" pitchFamily="34" charset="-122"/>
                <a:cs typeface="Geist" pitchFamily="34" charset="-120"/>
              </a:rPr>
              <a:t> (2007)</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4  New regulation enforcement  </a:t>
            </a:r>
            <a:pPr indent="0" marL="0">
              <a:spcAft>
                <a:spcPts val="300"/>
              </a:spcAft>
              <a:buNone/>
            </a:pPr>
            <a:r>
              <a:rPr lang="en-US" sz="950" dirty="0">
                <a:solidFill>
                  <a:srgbClr val="8A9A9D"/>
                </a:solidFill>
                <a:latin typeface="Geist" pitchFamily="34" charset="0"/>
                <a:ea typeface="Geist" pitchFamily="34" charset="-122"/>
                <a:cs typeface="Geist" pitchFamily="34" charset="-120"/>
              </a:rPr>
              <a:t>NL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rdi.nl</a:t>
            </a:r>
            <a:pPr indent="0" marL="0">
              <a:spcAft>
                <a:spcPts val="300"/>
              </a:spcAft>
              <a:buNone/>
            </a:pPr>
            <a:r>
              <a:rPr lang="en-US" sz="950" dirty="0">
                <a:solidFill>
                  <a:srgbClr val="8A9A9D"/>
                </a:solidFill>
                <a:latin typeface="Geist" pitchFamily="34" charset="0"/>
                <a:ea typeface="Geist" pitchFamily="34" charset="-122"/>
                <a:cs typeface="Geist" pitchFamily="34" charset="-120"/>
              </a:rPr>
              <a:t>  SE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300"/>
              </a:spcAft>
              <a:buNone/>
            </a:pPr>
            <a:r>
              <a:rPr lang="en-US" sz="950" dirty="0">
                <a:solidFill>
                  <a:srgbClr val="8A9A9D"/>
                </a:solidFill>
                <a:latin typeface="Geist" pitchFamily="34" charset="0"/>
                <a:ea typeface="Geist" pitchFamily="34" charset="-122"/>
                <a:cs typeface="Geist" pitchFamily="34" charset="-120"/>
              </a:rPr>
              <a:t>  DK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300"/>
              </a:spcAft>
              <a:buNone/>
            </a:pPr>
            <a:r>
              <a:rPr lang="en-US" sz="950" dirty="0">
                <a:solidFill>
                  <a:srgbClr val="8A9A9D"/>
                </a:solidFill>
                <a:latin typeface="Geist" pitchFamily="34" charset="0"/>
                <a:ea typeface="Geist" pitchFamily="34" charset="-122"/>
                <a:cs typeface="Geist" pitchFamily="34" charset="-120"/>
              </a:rPr>
              <a:t>  FI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300"/>
              </a:spcAft>
              <a:buNone/>
            </a:pPr>
            <a:r>
              <a:rPr lang="en-US" sz="950" dirty="0">
                <a:solidFill>
                  <a:srgbClr val="8A9A9D"/>
                </a:solidFill>
                <a:latin typeface="Geist" pitchFamily="34" charset="0"/>
                <a:ea typeface="Geist" pitchFamily="34" charset="-122"/>
                <a:cs typeface="Geist" pitchFamily="34" charset="-120"/>
              </a:rPr>
              <a: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300"/>
              </a:spcAft>
              <a:buNone/>
            </a:pPr>
            <a:r>
              <a:rPr lang="en-US" sz="950" dirty="0">
                <a:solidFill>
                  <a:srgbClr val="8A9A9D"/>
                </a:solidFill>
                <a:latin typeface="Geist" pitchFamily="34" charset="0"/>
                <a:ea typeface="Geist" pitchFamily="34" charset="-122"/>
                <a:cs typeface="Geist" pitchFamily="34" charset="-120"/>
              </a:rPr>
              <a:t>  DE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bsi.bund.de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IT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gazzettaufficiale.it</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EU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digital-strategy.ec.europa.eu</a:t>
            </a:r>
            <a:pPr indent="0" marL="0">
              <a:spcAft>
                <a:spcPts val="300"/>
              </a:spcAft>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143000" y="777240"/>
            <a:ext cx="8229600" cy="365760"/>
          </a:xfrm>
          <a:prstGeom prst="rect">
            <a:avLst/>
          </a:prstGeom>
          <a:noFill/>
          <a:ln/>
        </p:spPr>
        <p:txBody>
          <a:bodyPr wrap="square" lIns="0" tIns="0" rIns="0" bIns="0" rtlCol="0" anchor="t"/>
          <a:lstStyle/>
          <a:p>
            <a:pPr indent="0" marL="0">
              <a:buNone/>
            </a:pPr>
            <a:r>
              <a:rPr lang="en-US" sz="1500" dirty="0">
                <a:solidFill>
                  <a:srgbClr val="55676B"/>
                </a:solidFill>
                <a:latin typeface="Geist" pitchFamily="34" charset="0"/>
                <a:ea typeface="Geist" pitchFamily="34" charset="-122"/>
                <a:cs typeface="Geist" pitchFamily="34" charset="-120"/>
              </a:rPr>
              <a:t>Market entry. The path.</a:t>
            </a:r>
            <a:endParaRPr lang="en-US" sz="1500" dirty="0"/>
          </a:p>
        </p:txBody>
      </p:sp>
      <p:sp>
        <p:nvSpPr>
          <p:cNvPr id="3" name="Text 1"/>
          <p:cNvSpPr txBox="1"/>
          <p:nvPr/>
        </p:nvSpPr>
        <p:spPr>
          <a:xfrm>
            <a:off x="8915400" y="777240"/>
            <a:ext cx="8229600" cy="365760"/>
          </a:xfrm>
          <a:prstGeom prst="rect">
            <a:avLst/>
          </a:prstGeom>
          <a:noFill/>
          <a:ln/>
        </p:spPr>
        <p:txBody>
          <a:bodyPr wrap="square" lIns="0" tIns="0" rIns="0" bIns="0" rtlCol="0" anchor="t"/>
          <a:lstStyle/>
          <a:p>
            <a:pPr algn="r" indent="0" marL="0">
              <a:buNone/>
            </a:pPr>
            <a:r>
              <a:rPr lang="en-US" sz="1500" dirty="0">
                <a:solidFill>
                  <a:srgbClr val="55676B"/>
                </a:solidFill>
                <a:latin typeface="Geist" pitchFamily="34" charset="0"/>
                <a:ea typeface="Geist" pitchFamily="34" charset="-122"/>
                <a:cs typeface="Geist" pitchFamily="34" charset="-120"/>
              </a:rPr>
              <a:t>Seat in Austria, pilots from Budapest</a:t>
            </a:r>
            <a:endParaRPr lang="en-US" sz="1500" dirty="0"/>
          </a:p>
        </p:txBody>
      </p:sp>
      <p:sp>
        <p:nvSpPr>
          <p:cNvPr id="4" name="Shape 2"/>
          <p:cNvSpPr/>
          <p:nvPr/>
        </p:nvSpPr>
        <p:spPr>
          <a:xfrm>
            <a:off x="1143000" y="1234440"/>
            <a:ext cx="16002000" cy="0"/>
          </a:xfrm>
          <a:prstGeom prst="line">
            <a:avLst/>
          </a:prstGeom>
          <a:noFill/>
          <a:ln w="9525">
            <a:solidFill>
              <a:srgbClr val="E3E0D7"/>
            </a:solidFill>
            <a:prstDash val="solid"/>
          </a:ln>
        </p:spPr>
      </p:sp>
      <p:sp>
        <p:nvSpPr>
          <p:cNvPr id="5" name="Text 3"/>
          <p:cNvSpPr txBox="1"/>
          <p:nvPr/>
        </p:nvSpPr>
        <p:spPr>
          <a:xfrm>
            <a:off x="1143000" y="14630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Enter open. Grow north. Win Germany.</a:t>
            </a:r>
            <a:endParaRPr lang="en-US" sz="5400" dirty="0"/>
          </a:p>
        </p:txBody>
      </p:sp>
      <p:sp>
        <p:nvSpPr>
          <p:cNvPr id="6" name="Text 4"/>
          <p:cNvSpPr txBox="1"/>
          <p:nvPr/>
        </p:nvSpPr>
        <p:spPr>
          <a:xfrm>
            <a:off x="1143000" y="2468880"/>
            <a:ext cx="12710160" cy="365760"/>
          </a:xfrm>
          <a:prstGeom prst="rect">
            <a:avLst/>
          </a:prstGeom>
          <a:noFill/>
          <a:ln/>
        </p:spPr>
        <p:txBody>
          <a:bodyPr wrap="square" lIns="0" tIns="0" rIns="0" bIns="0" rtlCol="0" anchor="t"/>
          <a:lstStyle/>
          <a:p>
            <a:pPr indent="0" marL="0">
              <a:buNone/>
            </a:pPr>
            <a:endParaRPr lang="en-US" sz="1800" dirty="0"/>
          </a:p>
        </p:txBody>
      </p:sp>
      <p:sp>
        <p:nvSpPr>
          <p:cNvPr id="8" name="Text 5"/>
          <p:cNvSpPr txBox="1"/>
          <p:nvPr/>
        </p:nvSpPr>
        <p:spPr>
          <a:xfrm>
            <a:off x="1143000" y="2606040"/>
            <a:ext cx="10515600" cy="320040"/>
          </a:xfrm>
          <a:prstGeom prst="rect">
            <a:avLst/>
          </a:prstGeom>
          <a:noFill/>
          <a:ln/>
        </p:spPr>
        <p:txBody>
          <a:bodyPr wrap="square" lIns="0" tIns="0" rIns="0" bIns="0" rtlCol="0" anchor="t"/>
          <a:lstStyle/>
          <a:p>
            <a:pPr indent="0" marL="0">
              <a:buNone/>
            </a:pPr>
            <a:r>
              <a:rPr lang="en-US" sz="1400" dirty="0">
                <a:solidFill>
                  <a:srgbClr val="55676B"/>
                </a:solidFill>
                <a:latin typeface="Geist" pitchFamily="34" charset="0"/>
                <a:ea typeface="Geist" pitchFamily="34" charset="-122"/>
                <a:cs typeface="Geist" pitchFamily="34" charset="-120"/>
              </a:rPr>
              <a:t>Wedge: NIS2, live in all three markets.  Second module: AI Act, from Q1 2027.  Base: GDPR.</a:t>
            </a:r>
            <a:endParaRPr lang="en-US" sz="1400" dirty="0"/>
          </a:p>
        </p:txBody>
      </p:sp>
      <p:sp>
        <p:nvSpPr>
          <p:cNvPr id="9" name="Text 6"/>
          <p:cNvSpPr txBox="1"/>
          <p:nvPr/>
        </p:nvSpPr>
        <p:spPr>
          <a:xfrm>
            <a:off x="11658600" y="2606040"/>
            <a:ext cx="5486400" cy="320040"/>
          </a:xfrm>
          <a:prstGeom prst="rect">
            <a:avLst/>
          </a:prstGeom>
          <a:noFill/>
          <a:ln/>
        </p:spPr>
        <p:txBody>
          <a:bodyPr wrap="square" lIns="0" tIns="0" rIns="0" bIns="0" rtlCol="0" anchor="t"/>
          <a:lstStyle/>
          <a:p>
            <a:pPr algn="r" indent="0" marL="0">
              <a:buNone/>
            </a:pPr>
            <a:r>
              <a:rPr lang="en-US" sz="1400" dirty="0">
                <a:solidFill>
                  <a:srgbClr val="55676B"/>
                </a:solidFill>
                <a:latin typeface="Geist" pitchFamily="34" charset="0"/>
                <a:ea typeface="Geist" pitchFamily="34" charset="-122"/>
                <a:cs typeface="Geist" pitchFamily="34" charset="-120"/>
              </a:rPr>
              <a:t>Seat in Austria, pilots from Budapest</a:t>
            </a:r>
            <a:endParaRPr lang="en-US" sz="1400" dirty="0"/>
          </a:p>
        </p:txBody>
      </p:sp>
      <p:sp>
        <p:nvSpPr>
          <p:cNvPr id="10" name="Shape 7"/>
          <p:cNvSpPr/>
          <p:nvPr/>
        </p:nvSpPr>
        <p:spPr>
          <a:xfrm>
            <a:off x="1143000" y="3154680"/>
            <a:ext cx="5090160" cy="5623560"/>
          </a:xfrm>
          <a:prstGeom prst="roundRect">
            <a:avLst>
              <a:gd name="adj" fmla="val 3234"/>
            </a:avLst>
          </a:prstGeom>
          <a:solidFill>
            <a:srgbClr val="E7EDEC"/>
          </a:solidFill>
          <a:ln w="9525">
            <a:solidFill>
              <a:srgbClr val="E7EDEC"/>
            </a:solidFill>
            <a:prstDash val="solid"/>
          </a:ln>
        </p:spPr>
      </p:sp>
      <p:sp>
        <p:nvSpPr>
          <p:cNvPr id="11" name="Text 8"/>
          <p:cNvSpPr txBox="1"/>
          <p:nvPr/>
        </p:nvSpPr>
        <p:spPr>
          <a:xfrm>
            <a:off x="1554480" y="3520440"/>
            <a:ext cx="426720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01  Enter</a:t>
            </a:r>
            <a:endParaRPr lang="en-US" sz="1300" dirty="0"/>
          </a:p>
        </p:txBody>
      </p:sp>
      <p:sp>
        <p:nvSpPr>
          <p:cNvPr id="12" name="Text 9"/>
          <p:cNvSpPr txBox="1"/>
          <p:nvPr/>
        </p:nvSpPr>
        <p:spPr>
          <a:xfrm>
            <a:off x="1554480" y="3520440"/>
            <a:ext cx="4267200" cy="274320"/>
          </a:xfrm>
          <a:prstGeom prst="rect">
            <a:avLst/>
          </a:prstGeom>
          <a:noFill/>
          <a:ln/>
        </p:spPr>
        <p:txBody>
          <a:bodyPr wrap="square" lIns="0" tIns="0" rIns="0" bIns="0" rtlCol="0" anchor="t"/>
          <a:lstStyle/>
          <a:p>
            <a:pPr algn="r" indent="0" marL="0">
              <a:buNone/>
            </a:pPr>
            <a:r>
              <a:rPr lang="en-US" sz="1300" dirty="0">
                <a:solidFill>
                  <a:srgbClr val="8A9A9D"/>
                </a:solidFill>
                <a:latin typeface="Geist" pitchFamily="34" charset="0"/>
                <a:ea typeface="Geist" pitchFamily="34" charset="-122"/>
                <a:cs typeface="Geist" pitchFamily="34" charset="-120"/>
              </a:rPr>
              <a:t>2027, first half</a:t>
            </a:r>
            <a:endParaRPr lang="en-US" sz="1300" dirty="0"/>
          </a:p>
        </p:txBody>
      </p:sp>
      <p:sp>
        <p:nvSpPr>
          <p:cNvPr id="13" name="Text 10"/>
          <p:cNvSpPr txBox="1"/>
          <p:nvPr/>
        </p:nvSpPr>
        <p:spPr>
          <a:xfrm>
            <a:off x="1554480" y="3840480"/>
            <a:ext cx="4267200" cy="548640"/>
          </a:xfrm>
          <a:prstGeom prst="rect">
            <a:avLst/>
          </a:prstGeom>
          <a:noFill/>
          <a:ln/>
        </p:spPr>
        <p:txBody>
          <a:bodyPr wrap="square" lIns="0" tIns="0" rIns="0" bIns="0" rtlCol="0" anchor="t"/>
          <a:lstStyle/>
          <a:p>
            <a:pPr indent="0" marL="0">
              <a:buNone/>
            </a:pPr>
            <a:r>
              <a:rPr lang="en-US" sz="3000" dirty="0">
                <a:solidFill>
                  <a:srgbClr val="1C2B2F"/>
                </a:solidFill>
                <a:latin typeface="Geist Medium" pitchFamily="34" charset="0"/>
                <a:ea typeface="Geist Medium" pitchFamily="34" charset="-122"/>
                <a:cs typeface="Geist Medium" pitchFamily="34" charset="-120"/>
              </a:rPr>
              <a:t>Netherlands</a:t>
            </a:r>
            <a:endParaRPr lang="en-US" sz="3000" dirty="0"/>
          </a:p>
        </p:txBody>
      </p:sp>
      <p:sp>
        <p:nvSpPr>
          <p:cNvPr id="14" name="Shape 11"/>
          <p:cNvSpPr/>
          <p:nvPr/>
        </p:nvSpPr>
        <p:spPr>
          <a:xfrm>
            <a:off x="1554480" y="4572000"/>
            <a:ext cx="1554480" cy="329184"/>
          </a:xfrm>
          <a:prstGeom prst="roundRect">
            <a:avLst>
              <a:gd name="adj" fmla="val 50000"/>
            </a:avLst>
          </a:prstGeom>
          <a:solidFill>
            <a:srgbClr val="FCFBF8"/>
          </a:solidFill>
          <a:ln w="9525">
            <a:solidFill>
              <a:srgbClr val="CFD6D3"/>
            </a:solidFill>
            <a:prstDash val="solid"/>
          </a:ln>
        </p:spPr>
      </p:sp>
      <p:sp>
        <p:nvSpPr>
          <p:cNvPr id="15" name="Text 12"/>
          <p:cNvSpPr txBox="1"/>
          <p:nvPr/>
        </p:nvSpPr>
        <p:spPr>
          <a:xfrm>
            <a:off x="1554480" y="4572000"/>
            <a:ext cx="1554480" cy="329184"/>
          </a:xfrm>
          <a:prstGeom prst="rect">
            <a:avLst/>
          </a:prstGeom>
          <a:noFill/>
          <a:ln/>
        </p:spPr>
        <p:txBody>
          <a:bodyPr wrap="square" lIns="0" tIns="0" rIns="0" bIns="0" rtlCol="0" anchor="ctr"/>
          <a:lstStyle/>
          <a:p>
            <a:pPr algn="ctr" indent="0" marL="0">
              <a:buNone/>
            </a:pPr>
            <a:r>
              <a:rPr lang="en-US" sz="1200" dirty="0">
                <a:solidFill>
                  <a:srgbClr val="1C2B2F"/>
                </a:solidFill>
                <a:latin typeface="Geist" pitchFamily="34" charset="0"/>
                <a:ea typeface="Geist" pitchFamily="34" charset="-122"/>
                <a:cs typeface="Geist" pitchFamily="34" charset="-120"/>
              </a:rPr>
              <a:t>adviser legal</a:t>
            </a:r>
            <a:endParaRPr lang="en-US" sz="1200" dirty="0"/>
          </a:p>
        </p:txBody>
      </p:sp>
      <p:sp>
        <p:nvSpPr>
          <p:cNvPr id="16" name="Shape 13"/>
          <p:cNvSpPr/>
          <p:nvPr/>
        </p:nvSpPr>
        <p:spPr>
          <a:xfrm>
            <a:off x="1554480" y="5303520"/>
            <a:ext cx="4267200" cy="0"/>
          </a:xfrm>
          <a:prstGeom prst="line">
            <a:avLst/>
          </a:prstGeom>
          <a:noFill/>
          <a:ln w="9525">
            <a:solidFill>
              <a:srgbClr val="CFD6D3"/>
            </a:solidFill>
            <a:prstDash val="solid"/>
          </a:ln>
        </p:spPr>
      </p:sp>
      <p:sp>
        <p:nvSpPr>
          <p:cNvPr id="17" name="Text 14"/>
          <p:cNvSpPr txBox="1"/>
          <p:nvPr/>
        </p:nvSpPr>
        <p:spPr>
          <a:xfrm>
            <a:off x="1554480" y="54132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Trigger</a:t>
            </a:r>
            <a:endParaRPr lang="en-US" sz="1100" dirty="0"/>
          </a:p>
        </p:txBody>
      </p:sp>
      <p:sp>
        <p:nvSpPr>
          <p:cNvPr id="18" name="Text 15"/>
          <p:cNvSpPr txBox="1"/>
          <p:nvPr/>
        </p:nvSpPr>
        <p:spPr>
          <a:xfrm>
            <a:off x="1554480" y="5669280"/>
            <a:ext cx="4267200" cy="68580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NIS2 live since 15 Aug 2026. Registration open, about 8,000 entities.</a:t>
            </a:r>
            <a:endParaRPr lang="en-US" sz="1400" dirty="0"/>
          </a:p>
        </p:txBody>
      </p:sp>
      <p:sp>
        <p:nvSpPr>
          <p:cNvPr id="19" name="Shape 16"/>
          <p:cNvSpPr/>
          <p:nvPr/>
        </p:nvSpPr>
        <p:spPr>
          <a:xfrm>
            <a:off x="1554480" y="6446520"/>
            <a:ext cx="4267200" cy="0"/>
          </a:xfrm>
          <a:prstGeom prst="line">
            <a:avLst/>
          </a:prstGeom>
          <a:noFill/>
          <a:ln w="9525">
            <a:solidFill>
              <a:srgbClr val="CFD6D3"/>
            </a:solidFill>
            <a:prstDash val="solid"/>
          </a:ln>
        </p:spPr>
      </p:sp>
      <p:sp>
        <p:nvSpPr>
          <p:cNvPr id="20" name="Text 17"/>
          <p:cNvSpPr txBox="1"/>
          <p:nvPr/>
        </p:nvSpPr>
        <p:spPr>
          <a:xfrm>
            <a:off x="1554480" y="65562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We need</a:t>
            </a:r>
            <a:endParaRPr lang="en-US" sz="1100" dirty="0"/>
          </a:p>
        </p:txBody>
      </p:sp>
      <p:sp>
        <p:nvSpPr>
          <p:cNvPr id="21" name="Text 18"/>
          <p:cNvSpPr txBox="1"/>
          <p:nvPr/>
        </p:nvSpPr>
        <p:spPr>
          <a:xfrm>
            <a:off x="1554480" y="6812280"/>
            <a:ext cx="4267200" cy="64008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Dutch firm. 15 interviews. Two design partners.</a:t>
            </a:r>
            <a:endParaRPr lang="en-US" sz="1350" dirty="0"/>
          </a:p>
        </p:txBody>
      </p:sp>
      <p:sp>
        <p:nvSpPr>
          <p:cNvPr id="22" name="Shape 19"/>
          <p:cNvSpPr/>
          <p:nvPr/>
        </p:nvSpPr>
        <p:spPr>
          <a:xfrm>
            <a:off x="6598920" y="3154680"/>
            <a:ext cx="5090160" cy="5623560"/>
          </a:xfrm>
          <a:prstGeom prst="roundRect">
            <a:avLst>
              <a:gd name="adj" fmla="val 3234"/>
            </a:avLst>
          </a:prstGeom>
          <a:solidFill>
            <a:srgbClr val="E7EDEC"/>
          </a:solidFill>
          <a:ln w="9525">
            <a:solidFill>
              <a:srgbClr val="E7EDEC"/>
            </a:solidFill>
            <a:prstDash val="solid"/>
          </a:ln>
        </p:spPr>
      </p:sp>
      <p:sp>
        <p:nvSpPr>
          <p:cNvPr id="23" name="Text 20"/>
          <p:cNvSpPr txBox="1"/>
          <p:nvPr/>
        </p:nvSpPr>
        <p:spPr>
          <a:xfrm>
            <a:off x="7010400" y="3520440"/>
            <a:ext cx="426720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02  Grow</a:t>
            </a:r>
            <a:endParaRPr lang="en-US" sz="1300" dirty="0"/>
          </a:p>
        </p:txBody>
      </p:sp>
      <p:sp>
        <p:nvSpPr>
          <p:cNvPr id="24" name="Text 21"/>
          <p:cNvSpPr txBox="1"/>
          <p:nvPr/>
        </p:nvSpPr>
        <p:spPr>
          <a:xfrm>
            <a:off x="7010400" y="3520440"/>
            <a:ext cx="4267200" cy="274320"/>
          </a:xfrm>
          <a:prstGeom prst="rect">
            <a:avLst/>
          </a:prstGeom>
          <a:noFill/>
          <a:ln/>
        </p:spPr>
        <p:txBody>
          <a:bodyPr wrap="square" lIns="0" tIns="0" rIns="0" bIns="0" rtlCol="0" anchor="t"/>
          <a:lstStyle/>
          <a:p>
            <a:pPr algn="r" indent="0" marL="0">
              <a:buNone/>
            </a:pPr>
            <a:r>
              <a:rPr lang="en-US" sz="1300" dirty="0">
                <a:solidFill>
                  <a:srgbClr val="8A9A9D"/>
                </a:solidFill>
                <a:latin typeface="Geist" pitchFamily="34" charset="0"/>
                <a:ea typeface="Geist" pitchFamily="34" charset="-122"/>
                <a:cs typeface="Geist" pitchFamily="34" charset="-120"/>
              </a:rPr>
              <a:t>2027, second half</a:t>
            </a:r>
            <a:endParaRPr lang="en-US" sz="1300" dirty="0"/>
          </a:p>
        </p:txBody>
      </p:sp>
      <p:sp>
        <p:nvSpPr>
          <p:cNvPr id="25" name="Text 22"/>
          <p:cNvSpPr txBox="1"/>
          <p:nvPr/>
        </p:nvSpPr>
        <p:spPr>
          <a:xfrm>
            <a:off x="7010400" y="3840480"/>
            <a:ext cx="4267200" cy="548640"/>
          </a:xfrm>
          <a:prstGeom prst="rect">
            <a:avLst/>
          </a:prstGeom>
          <a:noFill/>
          <a:ln/>
        </p:spPr>
        <p:txBody>
          <a:bodyPr wrap="square" lIns="0" tIns="0" rIns="0" bIns="0" rtlCol="0" anchor="t"/>
          <a:lstStyle/>
          <a:p>
            <a:pPr indent="0" marL="0">
              <a:buNone/>
            </a:pPr>
            <a:r>
              <a:rPr lang="en-US" sz="3000" dirty="0">
                <a:solidFill>
                  <a:srgbClr val="1C2B2F"/>
                </a:solidFill>
                <a:latin typeface="Geist Medium" pitchFamily="34" charset="0"/>
                <a:ea typeface="Geist Medium" pitchFamily="34" charset="-122"/>
                <a:cs typeface="Geist Medium" pitchFamily="34" charset="-120"/>
              </a:rPr>
              <a:t>Sweden</a:t>
            </a:r>
            <a:endParaRPr lang="en-US" sz="3000" dirty="0"/>
          </a:p>
        </p:txBody>
      </p:sp>
      <p:sp>
        <p:nvSpPr>
          <p:cNvPr id="26" name="Shape 23"/>
          <p:cNvSpPr/>
          <p:nvPr/>
        </p:nvSpPr>
        <p:spPr>
          <a:xfrm>
            <a:off x="7010400" y="4572000"/>
            <a:ext cx="1554480" cy="329184"/>
          </a:xfrm>
          <a:prstGeom prst="roundRect">
            <a:avLst>
              <a:gd name="adj" fmla="val 50000"/>
            </a:avLst>
          </a:prstGeom>
          <a:solidFill>
            <a:srgbClr val="FCFBF8"/>
          </a:solidFill>
          <a:ln w="9525">
            <a:solidFill>
              <a:srgbClr val="CFD6D3"/>
            </a:solidFill>
            <a:prstDash val="solid"/>
          </a:ln>
        </p:spPr>
      </p:sp>
      <p:sp>
        <p:nvSpPr>
          <p:cNvPr id="27" name="Text 24"/>
          <p:cNvSpPr txBox="1"/>
          <p:nvPr/>
        </p:nvSpPr>
        <p:spPr>
          <a:xfrm>
            <a:off x="7010400" y="4572000"/>
            <a:ext cx="1554480" cy="329184"/>
          </a:xfrm>
          <a:prstGeom prst="rect">
            <a:avLst/>
          </a:prstGeom>
          <a:noFill/>
          <a:ln/>
        </p:spPr>
        <p:txBody>
          <a:bodyPr wrap="square" lIns="0" tIns="0" rIns="0" bIns="0" rtlCol="0" anchor="ctr"/>
          <a:lstStyle/>
          <a:p>
            <a:pPr algn="ctr" indent="0" marL="0">
              <a:buNone/>
            </a:pPr>
            <a:r>
              <a:rPr lang="en-US" sz="1200" dirty="0">
                <a:solidFill>
                  <a:srgbClr val="1C2B2F"/>
                </a:solidFill>
                <a:latin typeface="Geist" pitchFamily="34" charset="0"/>
                <a:ea typeface="Geist" pitchFamily="34" charset="-122"/>
                <a:cs typeface="Geist" pitchFamily="34" charset="-120"/>
              </a:rPr>
              <a:t>adviser legal</a:t>
            </a:r>
            <a:endParaRPr lang="en-US" sz="1200" dirty="0"/>
          </a:p>
        </p:txBody>
      </p:sp>
      <p:sp>
        <p:nvSpPr>
          <p:cNvPr id="28" name="Shape 25"/>
          <p:cNvSpPr/>
          <p:nvPr/>
        </p:nvSpPr>
        <p:spPr>
          <a:xfrm>
            <a:off x="7010400" y="5303520"/>
            <a:ext cx="4267200" cy="0"/>
          </a:xfrm>
          <a:prstGeom prst="line">
            <a:avLst/>
          </a:prstGeom>
          <a:noFill/>
          <a:ln w="9525">
            <a:solidFill>
              <a:srgbClr val="CFD6D3"/>
            </a:solidFill>
            <a:prstDash val="solid"/>
          </a:ln>
        </p:spPr>
      </p:sp>
      <p:sp>
        <p:nvSpPr>
          <p:cNvPr id="29" name="Text 26"/>
          <p:cNvSpPr txBox="1"/>
          <p:nvPr/>
        </p:nvSpPr>
        <p:spPr>
          <a:xfrm>
            <a:off x="7010400" y="54132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Trigger</a:t>
            </a:r>
            <a:endParaRPr lang="en-US" sz="1100" dirty="0"/>
          </a:p>
        </p:txBody>
      </p:sp>
      <p:sp>
        <p:nvSpPr>
          <p:cNvPr id="30" name="Text 27"/>
          <p:cNvSpPr txBox="1"/>
          <p:nvPr/>
        </p:nvSpPr>
        <p:spPr>
          <a:xfrm>
            <a:off x="7010400" y="5669280"/>
            <a:ext cx="4267200" cy="68580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NIS2 live since 15 Jan 2026. One firm for Sweden, Denmark, Finland.</a:t>
            </a:r>
            <a:endParaRPr lang="en-US" sz="1400" dirty="0"/>
          </a:p>
        </p:txBody>
      </p:sp>
      <p:sp>
        <p:nvSpPr>
          <p:cNvPr id="31" name="Shape 28"/>
          <p:cNvSpPr/>
          <p:nvPr/>
        </p:nvSpPr>
        <p:spPr>
          <a:xfrm>
            <a:off x="7010400" y="6446520"/>
            <a:ext cx="4267200" cy="0"/>
          </a:xfrm>
          <a:prstGeom prst="line">
            <a:avLst/>
          </a:prstGeom>
          <a:noFill/>
          <a:ln w="9525">
            <a:solidFill>
              <a:srgbClr val="CFD6D3"/>
            </a:solidFill>
            <a:prstDash val="solid"/>
          </a:ln>
        </p:spPr>
      </p:sp>
      <p:sp>
        <p:nvSpPr>
          <p:cNvPr id="32" name="Text 29"/>
          <p:cNvSpPr txBox="1"/>
          <p:nvPr/>
        </p:nvSpPr>
        <p:spPr>
          <a:xfrm>
            <a:off x="7010400" y="65562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We need</a:t>
            </a:r>
            <a:endParaRPr lang="en-US" sz="1100" dirty="0"/>
          </a:p>
        </p:txBody>
      </p:sp>
      <p:sp>
        <p:nvSpPr>
          <p:cNvPr id="33" name="Text 30"/>
          <p:cNvSpPr txBox="1"/>
          <p:nvPr/>
        </p:nvSpPr>
        <p:spPr>
          <a:xfrm>
            <a:off x="7010400" y="6812280"/>
            <a:ext cx="4267200" cy="64008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Swedish firm. First Expand pack, Netherlands to Sweden.</a:t>
            </a:r>
            <a:endParaRPr lang="en-US" sz="1350" dirty="0"/>
          </a:p>
        </p:txBody>
      </p:sp>
      <p:sp>
        <p:nvSpPr>
          <p:cNvPr id="34" name="Shape 31"/>
          <p:cNvSpPr/>
          <p:nvPr/>
        </p:nvSpPr>
        <p:spPr>
          <a:xfrm>
            <a:off x="12054840" y="3154680"/>
            <a:ext cx="5090160" cy="5623560"/>
          </a:xfrm>
          <a:prstGeom prst="roundRect">
            <a:avLst>
              <a:gd name="adj" fmla="val 3234"/>
            </a:avLst>
          </a:prstGeom>
          <a:solidFill>
            <a:srgbClr val="1C2B2F"/>
          </a:solidFill>
          <a:ln w="9525">
            <a:solidFill>
              <a:srgbClr val="1C2B2F"/>
            </a:solidFill>
            <a:prstDash val="solid"/>
          </a:ln>
        </p:spPr>
      </p:sp>
      <p:sp>
        <p:nvSpPr>
          <p:cNvPr id="35" name="Text 32"/>
          <p:cNvSpPr txBox="1"/>
          <p:nvPr/>
        </p:nvSpPr>
        <p:spPr>
          <a:xfrm>
            <a:off x="12466320" y="3520440"/>
            <a:ext cx="426720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03  Win</a:t>
            </a:r>
            <a:endParaRPr lang="en-US" sz="1300" dirty="0"/>
          </a:p>
        </p:txBody>
      </p:sp>
      <p:sp>
        <p:nvSpPr>
          <p:cNvPr id="36" name="Text 33"/>
          <p:cNvSpPr txBox="1"/>
          <p:nvPr/>
        </p:nvSpPr>
        <p:spPr>
          <a:xfrm>
            <a:off x="12466320" y="3520440"/>
            <a:ext cx="4267200" cy="274320"/>
          </a:xfrm>
          <a:prstGeom prst="rect">
            <a:avLst/>
          </a:prstGeom>
          <a:noFill/>
          <a:ln/>
        </p:spPr>
        <p:txBody>
          <a:bodyPr wrap="square" lIns="0" tIns="0" rIns="0" bIns="0" rtlCol="0" anchor="t"/>
          <a:lstStyle/>
          <a:p>
            <a:pPr algn="r" indent="0" marL="0">
              <a:buNone/>
            </a:pPr>
            <a:r>
              <a:rPr lang="en-US" sz="1300" dirty="0">
                <a:solidFill>
                  <a:srgbClr val="8FA3A8"/>
                </a:solidFill>
                <a:latin typeface="Geist" pitchFamily="34" charset="0"/>
                <a:ea typeface="Geist" pitchFamily="34" charset="-122"/>
                <a:cs typeface="Geist" pitchFamily="34" charset="-120"/>
              </a:rPr>
              <a:t>2028</a:t>
            </a:r>
            <a:endParaRPr lang="en-US" sz="1300" dirty="0"/>
          </a:p>
        </p:txBody>
      </p:sp>
      <p:sp>
        <p:nvSpPr>
          <p:cNvPr id="37" name="Text 34"/>
          <p:cNvSpPr txBox="1"/>
          <p:nvPr/>
        </p:nvSpPr>
        <p:spPr>
          <a:xfrm>
            <a:off x="12466320" y="3840480"/>
            <a:ext cx="4267200" cy="548640"/>
          </a:xfrm>
          <a:prstGeom prst="rect">
            <a:avLst/>
          </a:prstGeom>
          <a:noFill/>
          <a:ln/>
        </p:spPr>
        <p:txBody>
          <a:bodyPr wrap="square" lIns="0" tIns="0" rIns="0" bIns="0" rtlCol="0" anchor="t"/>
          <a:lstStyle/>
          <a:p>
            <a:pPr indent="0" marL="0">
              <a:buNone/>
            </a:pPr>
            <a:r>
              <a:rPr lang="en-US" sz="3000" dirty="0">
                <a:solidFill>
                  <a:srgbClr val="F6F4EE"/>
                </a:solidFill>
                <a:latin typeface="Geist Medium" pitchFamily="34" charset="0"/>
                <a:ea typeface="Geist Medium" pitchFamily="34" charset="-122"/>
                <a:cs typeface="Geist Medium" pitchFamily="34" charset="-120"/>
              </a:rPr>
              <a:t>Germany</a:t>
            </a:r>
            <a:endParaRPr lang="en-US" sz="3000" dirty="0"/>
          </a:p>
        </p:txBody>
      </p:sp>
      <p:sp>
        <p:nvSpPr>
          <p:cNvPr id="38" name="Shape 35"/>
          <p:cNvSpPr/>
          <p:nvPr/>
        </p:nvSpPr>
        <p:spPr>
          <a:xfrm>
            <a:off x="12466320" y="4572000"/>
            <a:ext cx="2377440" cy="329184"/>
          </a:xfrm>
          <a:prstGeom prst="roundRect">
            <a:avLst>
              <a:gd name="adj" fmla="val 50000"/>
            </a:avLst>
          </a:prstGeom>
          <a:solidFill>
            <a:srgbClr val="2E4147"/>
          </a:solidFill>
          <a:ln w="9525">
            <a:solidFill>
              <a:srgbClr val="2E4147"/>
            </a:solidFill>
            <a:prstDash val="solid"/>
          </a:ln>
        </p:spPr>
      </p:sp>
      <p:sp>
        <p:nvSpPr>
          <p:cNvPr id="39" name="Text 36"/>
          <p:cNvSpPr txBox="1"/>
          <p:nvPr/>
        </p:nvSpPr>
        <p:spPr>
          <a:xfrm>
            <a:off x="12466320" y="4572000"/>
            <a:ext cx="2377440" cy="329184"/>
          </a:xfrm>
          <a:prstGeom prst="rect">
            <a:avLst/>
          </a:prstGeom>
          <a:noFill/>
          <a:ln/>
        </p:spPr>
        <p:txBody>
          <a:bodyPr wrap="square" lIns="0" tIns="0" rIns="0" bIns="0" rtlCol="0" anchor="ctr"/>
          <a:lstStyle/>
          <a:p>
            <a:pPr algn="ctr" indent="0" marL="0">
              <a:buNone/>
            </a:pPr>
            <a:r>
              <a:rPr lang="en-US" sz="1200" dirty="0">
                <a:solidFill>
                  <a:srgbClr val="F6F4EE"/>
                </a:solidFill>
                <a:latin typeface="Geist" pitchFamily="34" charset="0"/>
                <a:ea typeface="Geist" pitchFamily="34" charset="-122"/>
                <a:cs typeface="Geist" pitchFamily="34" charset="-120"/>
              </a:rPr>
              <a:t>adviser gated, firm signs</a:t>
            </a:r>
            <a:endParaRPr lang="en-US" sz="1200" dirty="0"/>
          </a:p>
        </p:txBody>
      </p:sp>
      <p:sp>
        <p:nvSpPr>
          <p:cNvPr id="40" name="Shape 37"/>
          <p:cNvSpPr/>
          <p:nvPr/>
        </p:nvSpPr>
        <p:spPr>
          <a:xfrm>
            <a:off x="12466320" y="5303520"/>
            <a:ext cx="4267200" cy="0"/>
          </a:xfrm>
          <a:prstGeom prst="line">
            <a:avLst/>
          </a:prstGeom>
          <a:noFill/>
          <a:ln w="9525">
            <a:solidFill>
              <a:srgbClr val="4A5E64"/>
            </a:solidFill>
            <a:prstDash val="solid"/>
          </a:ln>
        </p:spPr>
      </p:sp>
      <p:sp>
        <p:nvSpPr>
          <p:cNvPr id="41" name="Text 38"/>
          <p:cNvSpPr txBox="1"/>
          <p:nvPr/>
        </p:nvSpPr>
        <p:spPr>
          <a:xfrm>
            <a:off x="12466320" y="541324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Trigger</a:t>
            </a:r>
            <a:endParaRPr lang="en-US" sz="1100" dirty="0"/>
          </a:p>
        </p:txBody>
      </p:sp>
      <p:sp>
        <p:nvSpPr>
          <p:cNvPr id="42" name="Text 39"/>
          <p:cNvSpPr txBox="1"/>
          <p:nvPr/>
        </p:nvSpPr>
        <p:spPr>
          <a:xfrm>
            <a:off x="12466320" y="5669280"/>
            <a:ext cx="4267200" cy="685800"/>
          </a:xfrm>
          <a:prstGeom prst="rect">
            <a:avLst/>
          </a:prstGeom>
          <a:noFill/>
          <a:ln/>
        </p:spPr>
        <p:txBody>
          <a:bodyPr wrap="square" lIns="0" tIns="0" rIns="0" bIns="0" rtlCol="0" anchor="t"/>
          <a:lstStyle/>
          <a:p>
            <a:pPr indent="0" marL="0">
              <a:buNone/>
            </a:pPr>
            <a:r>
              <a:rPr lang="en-US" sz="1400" dirty="0">
                <a:solidFill>
                  <a:srgbClr val="F6F4EE"/>
                </a:solidFill>
                <a:latin typeface="Geist Medium" pitchFamily="34" charset="0"/>
                <a:ea typeface="Geist Medium" pitchFamily="34" charset="-122"/>
                <a:cs typeface="Geist Medium" pitchFamily="34" charset="-120"/>
              </a:rPr>
              <a:t>NIS2 live since 6 Dec 2025. 20,141 registered. 80,043 firms with 50 or more staff.</a:t>
            </a:r>
            <a:endParaRPr lang="en-US" sz="1400" dirty="0"/>
          </a:p>
        </p:txBody>
      </p:sp>
      <p:sp>
        <p:nvSpPr>
          <p:cNvPr id="43" name="Shape 40"/>
          <p:cNvSpPr/>
          <p:nvPr/>
        </p:nvSpPr>
        <p:spPr>
          <a:xfrm>
            <a:off x="12466320" y="6446520"/>
            <a:ext cx="4267200" cy="0"/>
          </a:xfrm>
          <a:prstGeom prst="line">
            <a:avLst/>
          </a:prstGeom>
          <a:noFill/>
          <a:ln w="9525">
            <a:solidFill>
              <a:srgbClr val="4A5E64"/>
            </a:solidFill>
            <a:prstDash val="solid"/>
          </a:ln>
        </p:spPr>
      </p:sp>
      <p:sp>
        <p:nvSpPr>
          <p:cNvPr id="44" name="Text 41"/>
          <p:cNvSpPr txBox="1"/>
          <p:nvPr/>
        </p:nvSpPr>
        <p:spPr>
          <a:xfrm>
            <a:off x="12466320" y="655624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We need</a:t>
            </a:r>
            <a:endParaRPr lang="en-US" sz="1100" dirty="0"/>
          </a:p>
        </p:txBody>
      </p:sp>
      <p:sp>
        <p:nvSpPr>
          <p:cNvPr id="45" name="Text 42"/>
          <p:cNvSpPr txBox="1"/>
          <p:nvPr/>
        </p:nvSpPr>
        <p:spPr>
          <a:xfrm>
            <a:off x="12466320" y="6812280"/>
            <a:ext cx="4267200" cy="64008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One German firm. German NIS2 rule set as the second Expand pack.</a:t>
            </a:r>
            <a:endParaRPr lang="en-US" sz="1350" dirty="0"/>
          </a:p>
        </p:txBody>
      </p:sp>
      <p:sp>
        <p:nvSpPr>
          <p:cNvPr id="46" name="Shape 43"/>
          <p:cNvSpPr/>
          <p:nvPr/>
        </p:nvSpPr>
        <p:spPr>
          <a:xfrm>
            <a:off x="12466320" y="7452360"/>
            <a:ext cx="4267200" cy="0"/>
          </a:xfrm>
          <a:prstGeom prst="line">
            <a:avLst/>
          </a:prstGeom>
          <a:noFill/>
          <a:ln w="9525">
            <a:solidFill>
              <a:srgbClr val="4A5E64"/>
            </a:solidFill>
            <a:prstDash val="solid"/>
          </a:ln>
        </p:spPr>
      </p:sp>
      <p:sp>
        <p:nvSpPr>
          <p:cNvPr id="47" name="Text 44"/>
          <p:cNvSpPr txBox="1"/>
          <p:nvPr/>
        </p:nvSpPr>
        <p:spPr>
          <a:xfrm>
            <a:off x="12466320" y="756208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The path in</a:t>
            </a:r>
            <a:endParaRPr lang="en-US" sz="1100" dirty="0"/>
          </a:p>
        </p:txBody>
      </p:sp>
      <p:sp>
        <p:nvSpPr>
          <p:cNvPr id="48" name="Text 45"/>
          <p:cNvSpPr txBox="1"/>
          <p:nvPr/>
        </p:nvSpPr>
        <p:spPr>
          <a:xfrm>
            <a:off x="12466320" y="7818120"/>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1   Arrive with customers</a:t>
            </a:r>
            <a:endParaRPr lang="en-US" sz="1350" dirty="0"/>
          </a:p>
        </p:txBody>
      </p:sp>
      <p:sp>
        <p:nvSpPr>
          <p:cNvPr id="49" name="Text 46"/>
          <p:cNvSpPr txBox="1"/>
          <p:nvPr/>
        </p:nvSpPr>
        <p:spPr>
          <a:xfrm>
            <a:off x="12466320" y="8119872"/>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2   Arrive with a firm</a:t>
            </a:r>
            <a:endParaRPr lang="en-US" sz="1350" dirty="0"/>
          </a:p>
        </p:txBody>
      </p:sp>
      <p:sp>
        <p:nvSpPr>
          <p:cNvPr id="50" name="Text 47"/>
          <p:cNvSpPr txBox="1"/>
          <p:nvPr/>
        </p:nvSpPr>
        <p:spPr>
          <a:xfrm>
            <a:off x="12466320" y="8421624"/>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3   Then sell, firm-led</a:t>
            </a:r>
            <a:endParaRPr lang="en-US" sz="1350" dirty="0"/>
          </a:p>
        </p:txBody>
      </p:sp>
      <p:sp>
        <p:nvSpPr>
          <p:cNvPr id="51" name="Text 48"/>
          <p:cNvSpPr txBox="1"/>
          <p:nvPr/>
        </p:nvSpPr>
        <p:spPr>
          <a:xfrm>
            <a:off x="1143000" y="9006840"/>
            <a:ext cx="16002000" cy="274320"/>
          </a:xfrm>
          <a:prstGeom prst="rect">
            <a:avLst/>
          </a:prstGeom>
          <a:noFill/>
          <a:ln/>
        </p:spPr>
        <p:txBody>
          <a:bodyPr wrap="square" lIns="0" tIns="0" rIns="0" bIns="0" rtlCol="0" anchor="t"/>
          <a:lstStyle/>
          <a:p>
            <a:pPr indent="0" marL="0">
              <a:buNone/>
            </a:pPr>
            <a:r>
              <a:rPr lang="en-US" sz="950" dirty="0">
                <a:solidFill>
                  <a:srgbClr val="8A9A9D"/>
                </a:solidFill>
                <a:latin typeface="Geist Medium" pitchFamily="34" charset="0"/>
                <a:ea typeface="Geist Medium" pitchFamily="34" charset="-122"/>
                <a:cs typeface="Geist Medium" pitchFamily="34" charset="-120"/>
              </a:rPr>
              <a:t>1  Netherlands  </a:t>
            </a:r>
            <a:pPr indent="0" marL="0">
              <a:buNone/>
            </a:pPr>
            <a:r>
              <a:rPr lang="en-US" sz="950" u="sng" dirty="0">
                <a:solidFill>
                  <a:srgbClr val="8A9A9D"/>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rdi.nl</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wetten.overheid.nl</a:t>
            </a:r>
            <a:pPr indent="0" marL="0">
              <a:buNone/>
            </a:pPr>
            <a:r>
              <a:rPr lang="en-US" sz="950" dirty="0">
                <a:solidFill>
                  <a:srgbClr val="8A9A9D"/>
                </a:solidFill>
                <a:latin typeface="Geist Medium" pitchFamily="34" charset="0"/>
                <a:ea typeface="Geist Medium" pitchFamily="34" charset="-122"/>
                <a:cs typeface="Geist Medium" pitchFamily="34" charset="-120"/>
              </a:rPr>
              <a:t>     2  Sweden  </a:t>
            </a:r>
            <a:pPr indent="0" marL="0">
              <a:buNone/>
            </a:pPr>
            <a:r>
              <a:rPr lang="en-US" sz="950" u="sng" dirty="0">
                <a:solidFill>
                  <a:srgbClr val="8A9A9D"/>
                </a:solidFill>
                <a:latin typeface="Geist" pitchFamily="34" charset="0"/>
                <a:ea typeface="Geist" pitchFamily="34" charset="-122"/>
                <a:cs typeface="Geist"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riksdagen.se</a:t>
            </a:r>
            <a:pPr indent="0" marL="0">
              <a:buNone/>
            </a:pPr>
            <a:r>
              <a:rPr lang="en-US" sz="950" dirty="0">
                <a:solidFill>
                  <a:srgbClr val="8A9A9D"/>
                </a:solidFill>
                <a:latin typeface="Geist Medium" pitchFamily="34" charset="0"/>
                <a:ea typeface="Geist Medium" pitchFamily="34" charset="-122"/>
                <a:cs typeface="Geist Medium" pitchFamily="34" charset="-120"/>
              </a:rPr>
              <a:t>     3  Germany  </a:t>
            </a:r>
            <a:pPr indent="0" marL="0">
              <a:buNone/>
            </a:pPr>
            <a:r>
              <a:rPr lang="en-US" sz="950" u="sng" dirty="0">
                <a:solidFill>
                  <a:srgbClr val="8A9A9D"/>
                </a:solidFill>
                <a:latin typeface="Geist" pitchFamily="34" charset="0"/>
                <a:ea typeface="Geist" pitchFamily="34" charset="-122"/>
                <a:cs typeface="Geist" pitchFamily="34" charset="-120"/>
                <a:hlinkClick r:id="rId4" invalidUrl="" action="" tgtFrame="" tooltip="" history="1" highlightClick="0" endSnd="0">
                  <a:extLst>
                    <a:ext uri="{A12FA001-AC4F-418D-AE19-62706E023703}">
                      <ahyp:hlinkClr xmlns:ahyp="http://schemas.microsoft.com/office/drawing/2018/hyperlinkcolor" val="tx"/>
                    </a:ext>
                  </a:extLst>
                </a:hlinkClick>
              </a:rPr>
              <a:t>bsi.bund.de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5" invalidUrl="" action="" tgtFrame="" tooltip="" history="1" highlightClick="0" endSnd="0">
                  <a:extLst>
                    <a:ext uri="{A12FA001-AC4F-418D-AE19-62706E023703}">
                      <ahyp:hlinkClr xmlns:ahyp="http://schemas.microsoft.com/office/drawing/2018/hyperlinkcolor" val="tx"/>
                    </a:ext>
                  </a:extLst>
                </a:hlinkClick>
              </a:rPr>
              <a:t>bundesgerichtshof.de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6" invalidUrl="" action="" tgtFrame="" tooltip="" history="1" highlightClick="0" endSnd="0">
                  <a:extLst>
                    <a:ext uri="{A12FA001-AC4F-418D-AE19-62706E023703}">
                      <ahyp:hlinkClr xmlns:ahyp="http://schemas.microsoft.com/office/drawing/2018/hyperlinkcolor" val="tx"/>
                    </a:ext>
                  </a:extLst>
                </a:hlinkClick>
              </a:rPr>
              <a:t>gesetze-im-internet.de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7" invalidUrl="" action="" tgtFrame="" tooltip="" history="1" highlightClick="0" endSnd="0">
                  <a:extLst>
                    <a:ext uri="{A12FA001-AC4F-418D-AE19-62706E023703}">
                      <ahyp:hlinkClr xmlns:ahyp="http://schemas.microsoft.com/office/drawing/2018/hyperlinkcolor" val="tx"/>
                    </a:ext>
                  </a:extLst>
                </a:hlinkClick>
              </a:rPr>
              <a:t>ec.europa.eu/eurostat</a:t>
            </a:r>
            <a:endParaRPr lang="en-US" sz="950" dirty="0"/>
          </a:p>
        </p:txBody>
      </p:sp>
    </p:spTree>
  </p:cSld>
  <p:clrMapOvr>
    <a:masterClrMapping/>
  </p:clrMapOvr>
</p:sld>
</file>

<file path=ppt/theme/theme1.xml><?xml version="1.0" encoding="utf-8"?>
<a:theme xmlns:a="http://schemas.openxmlformats.org/drawingml/2006/main" name="Regulift">
  <a:themeElements>
    <a:clrScheme name="Regulift">
      <a:dk1>
        <a:srgbClr val="1C2B2F"/>
      </a:dk1>
      <a:lt1>
        <a:srgbClr val="F6F4EE"/>
      </a:lt1>
      <a:dk2>
        <a:srgbClr val="55676B"/>
      </a:dk2>
      <a:lt2>
        <a:srgbClr val="E7EDEC"/>
      </a:lt2>
      <a:accent1>
        <a:srgbClr val="3E6670"/>
      </a:accent1>
      <a:accent2>
        <a:srgbClr val="8A9A9D"/>
      </a:accent2>
      <a:accent3>
        <a:srgbClr val="E3E0D7"/>
      </a:accent3>
      <a:accent4>
        <a:srgbClr val="CFD6D3"/>
      </a:accent4>
      <a:accent5>
        <a:srgbClr val="FCFBF8"/>
      </a:accent5>
      <a:accent6>
        <a:srgbClr val="3E6670"/>
      </a:accent6>
      <a:hlink>
        <a:srgbClr val="3E6670"/>
      </a:hlink>
      <a:folHlink>
        <a:srgbClr val="55676B"/>
      </a:folHlink>
    </a:clrScheme>
    <a:fontScheme name="Regulif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Regulift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Regulift. Market analysis.</dc:title>
  <dc:subject>PptxGenJS Presentation</dc:subject>
  <dc:creator>Simone Mattioli, Andreas Herzinger</dc:creator>
  <cp:lastModifiedBy>Simone Mattioli, Andreas Herzinger</cp:lastModifiedBy>
  <cp:revision>1</cp:revision>
  <dcterms:created xsi:type="dcterms:W3CDTF">2026-10-19T20:54:22Z</dcterms:created>
  <dcterms:modified xsi:type="dcterms:W3CDTF">2026-10-19T20:54:22Z</dcterms:modified>
</cp:coreProperties>
</file>