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analysis before the decision. Ten candidate markets: the eight where software may give company-specific legal answers, plus Germany and Austria for comparison. Five criteria, each scored one to five on sourced facts, unweighted. Read the first column: in the Netherlands, the Nordics, Poland and Belgium the adviser may speak as Regulift's own output. In Austria even legal information is reserved to lawyers; in Germany only generic rule-based output is safe. Germany and Italy score high on size, but the adviser would have to speak as the partner firm there. Switzerland scores but sits outside the EU, NIS2, the AI Act and the Lab. Sources: FILES/research-countries.md and FILES/research-legal-*.md.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follows the gate. We enter where the adviser is legal and the NIS2 trigger is live: the Netherlands first, then Sweden through one firm that covers the Nordics. Germany is the end goal and a hard market, so we do not arrive cold. Our Dutch and Swedish customers take their Expand pack to Germany, which brings the first German partner firm its first mandates. That firm signs the third layer, the adviser handles the first two under the Smartlaw safe harbour, and only then do we sell in Germany firm-led. NIS2 is the wedge in every column because it is the only law with a live national trigger in all three, and the only one whose rule set differs per country. The AI Act follows as the second module from the first quarter of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4EE"/>
        </a:solidFill>
      </p:bgPr>
    </p:bg>
    <p:spTree>
      <p:nvGrpSpPr>
        <p:cNvPr id="1" name=""/>
        <p:cNvGrpSpPr/>
        <p:nvPr/>
      </p:nvGrpSpPr>
      <p:grpSpPr>
        <a:xfrm>
          <a:off x="0" y="0"/>
          <a:ext cx="0" cy="0"/>
          <a:chOff x="0" y="0"/>
          <a:chExt cx="0" cy="0"/>
        </a:xfrm>
      </p:grpSpPr>
      <p:sp>
        <p:nvSpPr>
          <p:cNvPr id="2" name="Text 0"/>
          <p:cNvSpPr txBox="1"/>
          <p:nvPr/>
        </p:nvSpPr>
        <p:spPr>
          <a:xfrm>
            <a:off x="1143000" y="9857232"/>
            <a:ext cx="2743200" cy="320040"/>
          </a:xfrm>
          <a:prstGeom prst="rect">
            <a:avLst/>
          </a:prstGeom>
          <a:noFill/>
          <a:ln/>
        </p:spPr>
        <p:txBody>
          <a:bodyPr wrap="square" lIns="0" tIns="0" rIns="0" bIns="0" rtlCol="0" anchor="ctr"/>
          <a:lstStyle/>
          <a:p>
            <a:pPr indent="0" marL="0">
              <a:buNone/>
            </a:pPr>
            <a:r>
              <a:rPr lang="en-US" sz="1500" dirty="0">
                <a:solidFill>
                  <a:srgbClr val="1C2B2F"/>
                </a:solidFill>
                <a:latin typeface="Geist Medium" pitchFamily="34" charset="0"/>
                <a:ea typeface="Geist Medium" pitchFamily="34" charset="-122"/>
                <a:cs typeface="Geist Medium" pitchFamily="34" charset="-120"/>
              </a:rPr>
              <a:t>regulift</a:t>
            </a:r>
            <a:endParaRPr lang="en-US" sz="1500" dirty="0"/>
          </a:p>
        </p:txBody>
      </p:sp>
      <p:sp>
        <p:nvSpPr>
          <p:cNvPr id="3" name="Text 1"/>
          <p:cNvSpPr txBox="1"/>
          <p:nvPr/>
        </p:nvSpPr>
        <p:spPr>
          <a:xfrm>
            <a:off x="2468880" y="9857232"/>
            <a:ext cx="3657600" cy="320040"/>
          </a:xfrm>
          <a:prstGeom prst="rect">
            <a:avLst/>
          </a:prstGeom>
          <a:noFill/>
          <a:ln/>
        </p:spPr>
        <p:txBody>
          <a:bodyPr wrap="square" lIns="0" tIns="0" rIns="0" bIns="0" rtlCol="0" anchor="ctr"/>
          <a:lstStyle/>
          <a:p>
            <a:pPr indent="0" marL="0">
              <a:buNone/>
            </a:pPr>
            <a:r>
              <a:rPr lang="en-US" sz="1200" dirty="0">
                <a:solidFill>
                  <a:srgbClr val="8A9A9D"/>
                </a:solidFill>
                <a:latin typeface="Geist" pitchFamily="34" charset="0"/>
                <a:ea typeface="Geist" pitchFamily="34" charset="-122"/>
                <a:cs typeface="Geist" pitchFamily="34" charset="-120"/>
              </a:rPr>
              <a:t>Regulation, lifted.</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etten.overheid.nl/BWBR0002093/2026-01-01" TargetMode="External"/><Relationship Id="rId2" Type="http://schemas.openxmlformats.org/officeDocument/2006/relationships/hyperlink" Target="https://www.riksdagen.se/sv/dokument-och-lagar/dokument/svensk-forfattningssamling/lag-1985354-om-forbud-mot-juridiskt-eller_sfs-1985-354/" TargetMode="External"/><Relationship Id="rId3" Type="http://schemas.openxmlformats.org/officeDocument/2006/relationships/hyperlink" Target="https://www.retsinformation.dk/eli/lta/2025/1298/pdf" TargetMode="External"/><Relationship Id="rId4" Type="http://schemas.openxmlformats.org/officeDocument/2006/relationships/hyperlink" Target="https://opendata.finlex.fi/finlex/avoindata/v1/akn/fi/act/statute-consolidated/1958/496/fin@20250543" TargetMode="External"/><Relationship Id="rId5" Type="http://schemas.openxmlformats.org/officeDocument/2006/relationships/hyperlink" Target="https://api.sejm.gov.pl/eli/acts/DU/2026/1290/text.pdf" TargetMode="External"/><Relationship Id="rId6" Type="http://schemas.openxmlformats.org/officeDocument/2006/relationships/hyperlink" Target="https://www.ejustice.just.fgov.be/eli/loi/1967/10/10/1967101053/justel" TargetMode="External"/><Relationship Id="rId7" Type="http://schemas.openxmlformats.org/officeDocument/2006/relationships/hyperlink" Target="https://www.fedlex.admin.ch/eli/cc/2002/153/de" TargetMode="External"/><Relationship Id="rId8" Type="http://schemas.openxmlformats.org/officeDocument/2006/relationships/hyperlink" Target="https://www.gesetze-im-internet.de/rdg/" TargetMode="External"/><Relationship Id="rId9" Type="http://schemas.openxmlformats.org/officeDocument/2006/relationships/hyperlink" Target="https://www.bundesgerichtshof.de/SharedDocs/Pressemitteilungen/DE/2021/2021171.html" TargetMode="External"/><Relationship Id="rId10" Type="http://schemas.openxmlformats.org/officeDocument/2006/relationships/hyperlink" Target="https://www.normattiva.it/uri-res/N2Ls?urn:nir:stato:legge:2012-12-31;247~art2" TargetMode="External"/><Relationship Id="rId11" Type="http://schemas.openxmlformats.org/officeDocument/2006/relationships/hyperlink" Target="https://www.ris.bka.gv.at/NormDokument.wxe?Abfrage=Bundesnormen&amp;Gesetzesnummer=10001673&amp;Paragraf=8" TargetMode="External"/><Relationship Id="rId12" Type="http://schemas.openxmlformats.org/officeDocument/2006/relationships/hyperlink" Target="https://ec.europa.eu/eurostat/databrowser/view/sbs_sc_ovw/default/table" TargetMode="External"/><Relationship Id="rId13" Type="http://schemas.openxmlformats.org/officeDocument/2006/relationships/hyperlink" Target="https://dam-api.bfs.admin.ch/hub/api/dam/assets/36734571/master" TargetMode="External"/><Relationship Id="rId14" Type="http://schemas.openxmlformats.org/officeDocument/2006/relationships/hyperlink" Target="https://ec.europa.eu/eurostat/databrowser/view/sbs_ovw_act/default/table" TargetMode="External"/><Relationship Id="rId15" Type="http://schemas.openxmlformats.org/officeDocument/2006/relationships/hyperlink" Target="https://e-justice.europa.eu/topics/taking-legal-action/where-and-how/costs_en" TargetMode="External"/><Relationship Id="rId16" Type="http://schemas.openxmlformats.org/officeDocument/2006/relationships/hyperlink" Target="https://www.rdi.nl/actueel/nieuws/2026/08/15/de-cyberbeveiligingswet-treedt-in-werking" TargetMode="External"/><Relationship Id="rId17" Type="http://schemas.openxmlformats.org/officeDocument/2006/relationships/hyperlink" Target="https://www.riksdagen.se/sv/dokument-och-lagar/dokument/svensk-forfattningssamling/cybersakerhetslag-20251506_sfs-2025-1506/" TargetMode="External"/><Relationship Id="rId18" Type="http://schemas.openxmlformats.org/officeDocument/2006/relationships/hyperlink" Target="https://www.retsinformation.dk/eli/lta/2025/434" TargetMode="External"/><Relationship Id="rId19" Type="http://schemas.openxmlformats.org/officeDocument/2006/relationships/hyperlink" Target="https://www.finlex.fi/fi/lainsaadanto/2025/124" TargetMode="External"/><Relationship Id="rId20" Type="http://schemas.openxmlformats.org/officeDocument/2006/relationships/hyperlink" Target="https://api.sejm.gov.pl/eli/acts/DU/2026/252" TargetMode="External"/><Relationship Id="rId21" Type="http://schemas.openxmlformats.org/officeDocument/2006/relationships/hyperlink" Target="https://www.bsi.bund.de/DE/Service-Navi/Presse/Pressemitteilungen/Presse2025/251205_NIS-2-Umsetzungsgesetz_in_Kraft.html" TargetMode="External"/><Relationship Id="rId22" Type="http://schemas.openxmlformats.org/officeDocument/2006/relationships/hyperlink" Target="https://www.gazzettaufficiale.it/eli/id/2024/10/01/24G00155/sg" TargetMode="External"/><Relationship Id="rId23" Type="http://schemas.openxmlformats.org/officeDocument/2006/relationships/hyperlink" Target="https://www.ris.bka.gv.at/Dokumente/Bundesnormen/NOR40273890/NOR40273890.pdf" TargetMode="External"/><Relationship Id="rId24" Type="http://schemas.openxmlformats.org/officeDocument/2006/relationships/hyperlink" Target="https://digital-strategy.ec.europa.eu/en/policies/nis-transposition" TargetMode="External"/><Relationship Id="rId25" Type="http://schemas.openxmlformats.org/officeDocument/2006/relationships/slideLayout" Target="../slideLayouts/slideLayout2.xml"/><Relationship Id="rId2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rdi.nl/actueel/nieuws/2026/08/15/de-cyberbeveiligingswet-treedt-in-werking" TargetMode="External"/><Relationship Id="rId2" Type="http://schemas.openxmlformats.org/officeDocument/2006/relationships/hyperlink" Target="https://wetten.overheid.nl/BWBR0002093/2026-01-01" TargetMode="External"/><Relationship Id="rId3" Type="http://schemas.openxmlformats.org/officeDocument/2006/relationships/hyperlink" Target="https://www.riksdagen.se/sv/dokument-och-lagar/dokument/svensk-forfattningssamling/cybersakerhetslag-20251506_sfs-2025-1506/" TargetMode="External"/><Relationship Id="rId4" Type="http://schemas.openxmlformats.org/officeDocument/2006/relationships/hyperlink" Target="https://www.bsi.bund.de/DE/Service-Navi/Presse/Pressemitteilungen/Presse2025/251205_NIS-2-Umsetzungsgesetz_in_Kraft.html" TargetMode="External"/><Relationship Id="rId5" Type="http://schemas.openxmlformats.org/officeDocument/2006/relationships/hyperlink" Target="https://www.bundesgerichtshof.de/SharedDocs/Pressemitteilungen/DE/2021/2021171.html" TargetMode="External"/><Relationship Id="rId6" Type="http://schemas.openxmlformats.org/officeDocument/2006/relationships/hyperlink" Target="https://www.gesetze-im-internet.de/rdg/" TargetMode="External"/><Relationship Id="rId7" Type="http://schemas.openxmlformats.org/officeDocument/2006/relationships/hyperlink" Target="https://ec.europa.eu/eurostat/databrowser/view/sbs_sc_ovw/default/table" TargetMode="External"/><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143000" y="777240"/>
            <a:ext cx="8229600" cy="365760"/>
          </a:xfrm>
          <a:prstGeom prst="rect">
            <a:avLst/>
          </a:prstGeom>
          <a:noFill/>
          <a:ln/>
        </p:spPr>
        <p:txBody>
          <a:bodyPr wrap="square" lIns="0" tIns="0" rIns="0" bIns="0" rtlCol="0" anchor="t"/>
          <a:lstStyle/>
          <a:p>
            <a:pPr indent="0" marL="0">
              <a:buNone/>
            </a:pPr>
            <a:r>
              <a:rPr lang="en-US" sz="1500" dirty="0">
                <a:solidFill>
                  <a:srgbClr val="55676B"/>
                </a:solidFill>
                <a:latin typeface="Geist" pitchFamily="34" charset="0"/>
                <a:ea typeface="Geist" pitchFamily="34" charset="-122"/>
                <a:cs typeface="Geist" pitchFamily="34" charset="-120"/>
              </a:rPr>
              <a:t>Market analysis. Ten countries, four criteria.</a:t>
            </a:r>
            <a:endParaRPr lang="en-US" sz="1500" dirty="0"/>
          </a:p>
        </p:txBody>
      </p:sp>
      <p:sp>
        <p:nvSpPr>
          <p:cNvPr id="3" name="Text 1"/>
          <p:cNvSpPr txBox="1"/>
          <p:nvPr/>
        </p:nvSpPr>
        <p:spPr>
          <a:xfrm>
            <a:off x="8915400" y="777240"/>
            <a:ext cx="8229600" cy="365760"/>
          </a:xfrm>
          <a:prstGeom prst="rect">
            <a:avLst/>
          </a:prstGeom>
          <a:noFill/>
          <a:ln/>
        </p:spPr>
        <p:txBody>
          <a:bodyPr wrap="square" lIns="0" tIns="0" rIns="0" bIns="0" rtlCol="0" anchor="t"/>
          <a:lstStyle/>
          <a:p>
            <a:pPr algn="r" indent="0" marL="0">
              <a:buNone/>
            </a:pPr>
            <a:r>
              <a:rPr lang="en-US" sz="1500" dirty="0">
                <a:solidFill>
                  <a:srgbClr val="55676B"/>
                </a:solidFill>
                <a:latin typeface="Geist" pitchFamily="34" charset="0"/>
                <a:ea typeface="Geist" pitchFamily="34" charset="-122"/>
                <a:cs typeface="Geist" pitchFamily="34" charset="-120"/>
              </a:rPr>
              <a:t>Scores from the October 2026 research and the legal verification of 18 October</a:t>
            </a:r>
            <a:endParaRPr lang="en-US" sz="1500" dirty="0"/>
          </a:p>
        </p:txBody>
      </p:sp>
      <p:sp>
        <p:nvSpPr>
          <p:cNvPr id="4" name="Shape 2"/>
          <p:cNvSpPr/>
          <p:nvPr/>
        </p:nvSpPr>
        <p:spPr>
          <a:xfrm>
            <a:off x="1143000" y="1234440"/>
            <a:ext cx="16002000" cy="0"/>
          </a:xfrm>
          <a:prstGeom prst="line">
            <a:avLst/>
          </a:prstGeom>
          <a:noFill/>
          <a:ln w="9525">
            <a:solidFill>
              <a:srgbClr val="E3E0D7"/>
            </a:solidFill>
            <a:prstDash val="solid"/>
          </a:ln>
        </p:spPr>
      </p:sp>
      <p:sp>
        <p:nvSpPr>
          <p:cNvPr id="5" name="Text 3"/>
          <p:cNvSpPr txBox="1"/>
          <p:nvPr/>
        </p:nvSpPr>
        <p:spPr>
          <a:xfrm>
            <a:off x="1143000" y="1463040"/>
            <a:ext cx="16002000" cy="960120"/>
          </a:xfrm>
          <a:prstGeom prst="rect">
            <a:avLst/>
          </a:prstGeom>
          <a:noFill/>
          <a:ln/>
        </p:spPr>
        <p:txBody>
          <a:bodyPr wrap="square" lIns="0" tIns="0" rIns="0" bIns="0" rtlCol="0" anchor="t"/>
          <a:lstStyle/>
          <a:p>
            <a:pPr indent="0" marL="0">
              <a:buNone/>
            </a:pPr>
            <a:r>
              <a:rPr lang="en-US" sz="5400" spc="-150" kern="0" dirty="0">
                <a:solidFill>
                  <a:srgbClr val="1C2B2F"/>
                </a:solidFill>
                <a:latin typeface="Geist Medium" pitchFamily="34" charset="0"/>
                <a:ea typeface="Geist Medium" pitchFamily="34" charset="-122"/>
                <a:cs typeface="Geist Medium" pitchFamily="34" charset="-120"/>
              </a:rPr>
              <a:t>Four criteria. One is a gate.</a:t>
            </a:r>
            <a:endParaRPr lang="en-US" sz="5400" dirty="0"/>
          </a:p>
        </p:txBody>
      </p:sp>
      <p:sp>
        <p:nvSpPr>
          <p:cNvPr id="6" name="Text 4"/>
          <p:cNvSpPr txBox="1"/>
          <p:nvPr/>
        </p:nvSpPr>
        <p:spPr>
          <a:xfrm>
            <a:off x="1143000" y="2468880"/>
            <a:ext cx="12710160" cy="365760"/>
          </a:xfrm>
          <a:prstGeom prst="rect">
            <a:avLst/>
          </a:prstGeom>
          <a:noFill/>
          <a:ln/>
        </p:spPr>
        <p:txBody>
          <a:bodyPr wrap="square" lIns="0" tIns="0" rIns="0" bIns="0" rtlCol="0" anchor="t"/>
          <a:lstStyle/>
          <a:p>
            <a:pPr indent="0" marL="0">
              <a:buNone/>
            </a:pPr>
            <a:endParaRPr lang="en-US" sz="1800" dirty="0"/>
          </a:p>
        </p:txBody>
      </p:sp>
      <p:sp>
        <p:nvSpPr>
          <p:cNvPr id="8" name="Shape 5"/>
          <p:cNvSpPr/>
          <p:nvPr/>
        </p:nvSpPr>
        <p:spPr>
          <a:xfrm>
            <a:off x="4297680" y="2542032"/>
            <a:ext cx="2331720" cy="5952744"/>
          </a:xfrm>
          <a:prstGeom prst="roundRect">
            <a:avLst>
              <a:gd name="adj" fmla="val 3922"/>
            </a:avLst>
          </a:prstGeom>
          <a:solidFill>
            <a:srgbClr val="E7EDEC"/>
          </a:solidFill>
          <a:ln w="12700">
            <a:solidFill>
              <a:srgbClr val="E7EDEC"/>
            </a:solidFill>
            <a:prstDash val="solid"/>
          </a:ln>
        </p:spPr>
      </p:sp>
      <p:sp>
        <p:nvSpPr>
          <p:cNvPr id="9" name="Shape 6"/>
          <p:cNvSpPr/>
          <p:nvPr/>
        </p:nvSpPr>
        <p:spPr>
          <a:xfrm>
            <a:off x="6702552" y="2542032"/>
            <a:ext cx="0" cy="5952744"/>
          </a:xfrm>
          <a:prstGeom prst="line">
            <a:avLst/>
          </a:prstGeom>
          <a:noFill/>
          <a:ln w="9525">
            <a:solidFill>
              <a:srgbClr val="CFD6D3"/>
            </a:solidFill>
            <a:prstDash val="solid"/>
          </a:ln>
        </p:spPr>
      </p:sp>
      <p:sp>
        <p:nvSpPr>
          <p:cNvPr id="10" name="Text 7"/>
          <p:cNvSpPr txBox="1"/>
          <p:nvPr/>
        </p:nvSpPr>
        <p:spPr>
          <a:xfrm>
            <a:off x="4434840" y="2596896"/>
            <a:ext cx="1737360" cy="274320"/>
          </a:xfrm>
          <a:prstGeom prst="rect">
            <a:avLst/>
          </a:prstGeom>
          <a:noFill/>
          <a:ln/>
        </p:spPr>
        <p:txBody>
          <a:bodyPr wrap="square" lIns="0" tIns="0" rIns="0" bIns="0" rtlCol="0" anchor="t"/>
          <a:lstStyle/>
          <a:p>
            <a:pPr indent="0" marL="0">
              <a:buNone/>
            </a:pPr>
            <a:r>
              <a:rPr lang="en-US" sz="1150" dirty="0">
                <a:solidFill>
                  <a:srgbClr val="1C2B2F"/>
                </a:solidFill>
                <a:latin typeface="Geist Medium" pitchFamily="34" charset="0"/>
                <a:ea typeface="Geist Medium" pitchFamily="34" charset="-122"/>
                <a:cs typeface="Geist Medium" pitchFamily="34" charset="-120"/>
              </a:rPr>
              <a:t>The gate</a:t>
            </a:r>
            <a:endParaRPr lang="en-US" sz="1150" dirty="0"/>
          </a:p>
        </p:txBody>
      </p:sp>
      <p:sp>
        <p:nvSpPr>
          <p:cNvPr id="11" name="Text 8"/>
          <p:cNvSpPr txBox="1"/>
          <p:nvPr/>
        </p:nvSpPr>
        <p:spPr>
          <a:xfrm>
            <a:off x="6995160" y="2596896"/>
            <a:ext cx="365760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Ranking criteria</a:t>
            </a:r>
            <a:endParaRPr lang="en-US" sz="1150" dirty="0"/>
          </a:p>
        </p:txBody>
      </p:sp>
      <p:sp>
        <p:nvSpPr>
          <p:cNvPr id="12" name="Text 9"/>
          <p:cNvSpPr txBox="1"/>
          <p:nvPr/>
        </p:nvSpPr>
        <p:spPr>
          <a:xfrm>
            <a:off x="1417320" y="2926080"/>
            <a:ext cx="2743200" cy="32004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Country</a:t>
            </a:r>
            <a:endParaRPr lang="en-US" sz="1400" dirty="0"/>
          </a:p>
        </p:txBody>
      </p:sp>
      <p:sp>
        <p:nvSpPr>
          <p:cNvPr id="13" name="Text 10"/>
          <p:cNvSpPr txBox="1"/>
          <p:nvPr/>
        </p:nvSpPr>
        <p:spPr>
          <a:xfrm>
            <a:off x="4434840" y="2926080"/>
            <a:ext cx="2377440" cy="32004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Adviser legal </a:t>
            </a:r>
            <a:pPr indent="0" marL="0">
              <a:buNone/>
            </a:pPr>
            <a:r>
              <a:rPr lang="en-US" sz="1400" baseline="30000" dirty="0">
                <a:solidFill>
                  <a:srgbClr val="55676B"/>
                </a:solidFill>
                <a:latin typeface="Geist Medium" pitchFamily="34" charset="0"/>
                <a:ea typeface="Geist Medium" pitchFamily="34" charset="-122"/>
                <a:cs typeface="Geist Medium" pitchFamily="34" charset="-120"/>
              </a:rPr>
              <a:t>1</a:t>
            </a:r>
            <a:endParaRPr lang="en-US" sz="1400" dirty="0"/>
          </a:p>
        </p:txBody>
      </p:sp>
      <p:sp>
        <p:nvSpPr>
          <p:cNvPr id="14" name="Text 11"/>
          <p:cNvSpPr txBox="1"/>
          <p:nvPr/>
        </p:nvSpPr>
        <p:spPr>
          <a:xfrm>
            <a:off x="4434840" y="32278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software answers directly</a:t>
            </a:r>
            <a:endParaRPr lang="en-US" sz="1150" dirty="0"/>
          </a:p>
        </p:txBody>
      </p:sp>
      <p:sp>
        <p:nvSpPr>
          <p:cNvPr id="15" name="Text 12"/>
          <p:cNvSpPr txBox="1"/>
          <p:nvPr/>
        </p:nvSpPr>
        <p:spPr>
          <a:xfrm>
            <a:off x="6995160" y="2926080"/>
            <a:ext cx="2377440" cy="32004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Market size </a:t>
            </a:r>
            <a:pPr indent="0" marL="0">
              <a:buNone/>
            </a:pPr>
            <a:r>
              <a:rPr lang="en-US" sz="1400" baseline="30000" dirty="0">
                <a:solidFill>
                  <a:srgbClr val="55676B"/>
                </a:solidFill>
                <a:latin typeface="Geist Medium" pitchFamily="34" charset="0"/>
                <a:ea typeface="Geist Medium" pitchFamily="34" charset="-122"/>
                <a:cs typeface="Geist Medium" pitchFamily="34" charset="-120"/>
              </a:rPr>
              <a:t>2</a:t>
            </a:r>
            <a:endParaRPr lang="en-US" sz="1400" dirty="0"/>
          </a:p>
        </p:txBody>
      </p:sp>
      <p:sp>
        <p:nvSpPr>
          <p:cNvPr id="16" name="Text 13"/>
          <p:cNvSpPr txBox="1"/>
          <p:nvPr/>
        </p:nvSpPr>
        <p:spPr>
          <a:xfrm>
            <a:off x="6995160" y="32278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firms with 50 or more staff</a:t>
            </a:r>
            <a:endParaRPr lang="en-US" sz="1150" dirty="0"/>
          </a:p>
        </p:txBody>
      </p:sp>
      <p:sp>
        <p:nvSpPr>
          <p:cNvPr id="17" name="Text 14"/>
          <p:cNvSpPr txBox="1"/>
          <p:nvPr/>
        </p:nvSpPr>
        <p:spPr>
          <a:xfrm>
            <a:off x="9555480" y="2926080"/>
            <a:ext cx="2377440" cy="32004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Savings potential </a:t>
            </a:r>
            <a:pPr indent="0" marL="0">
              <a:buNone/>
            </a:pPr>
            <a:r>
              <a:rPr lang="en-US" sz="1400" baseline="30000" dirty="0">
                <a:solidFill>
                  <a:srgbClr val="55676B"/>
                </a:solidFill>
                <a:latin typeface="Geist Medium" pitchFamily="34" charset="0"/>
                <a:ea typeface="Geist Medium" pitchFamily="34" charset="-122"/>
                <a:cs typeface="Geist Medium" pitchFamily="34" charset="-120"/>
              </a:rPr>
              <a:t>3</a:t>
            </a:r>
            <a:endParaRPr lang="en-US" sz="1400" dirty="0"/>
          </a:p>
        </p:txBody>
      </p:sp>
      <p:sp>
        <p:nvSpPr>
          <p:cNvPr id="18" name="Text 15"/>
          <p:cNvSpPr txBox="1"/>
          <p:nvPr/>
        </p:nvSpPr>
        <p:spPr>
          <a:xfrm>
            <a:off x="9555480" y="32278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lawyer prices</a:t>
            </a:r>
            <a:endParaRPr lang="en-US" sz="1150" dirty="0"/>
          </a:p>
        </p:txBody>
      </p:sp>
      <p:sp>
        <p:nvSpPr>
          <p:cNvPr id="19" name="Text 16"/>
          <p:cNvSpPr txBox="1"/>
          <p:nvPr/>
        </p:nvSpPr>
        <p:spPr>
          <a:xfrm>
            <a:off x="12115800" y="2926080"/>
            <a:ext cx="2377440" cy="32004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Trigger freshness </a:t>
            </a:r>
            <a:pPr indent="0" marL="0">
              <a:buNone/>
            </a:pPr>
            <a:r>
              <a:rPr lang="en-US" sz="1400" baseline="30000" dirty="0">
                <a:solidFill>
                  <a:srgbClr val="55676B"/>
                </a:solidFill>
                <a:latin typeface="Geist Medium" pitchFamily="34" charset="0"/>
                <a:ea typeface="Geist Medium" pitchFamily="34" charset="-122"/>
                <a:cs typeface="Geist Medium" pitchFamily="34" charset="-120"/>
              </a:rPr>
              <a:t>4</a:t>
            </a:r>
            <a:endParaRPr lang="en-US" sz="1400" dirty="0"/>
          </a:p>
        </p:txBody>
      </p:sp>
      <p:sp>
        <p:nvSpPr>
          <p:cNvPr id="20" name="Text 17"/>
          <p:cNvSpPr txBox="1"/>
          <p:nvPr/>
        </p:nvSpPr>
        <p:spPr>
          <a:xfrm>
            <a:off x="12115800" y="3227832"/>
            <a:ext cx="237744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NIS2 window, enforcement</a:t>
            </a:r>
            <a:endParaRPr lang="en-US" sz="1150" dirty="0"/>
          </a:p>
        </p:txBody>
      </p:sp>
      <p:sp>
        <p:nvSpPr>
          <p:cNvPr id="21" name="Text 18"/>
          <p:cNvSpPr txBox="1"/>
          <p:nvPr/>
        </p:nvSpPr>
        <p:spPr>
          <a:xfrm>
            <a:off x="14676120" y="2926080"/>
            <a:ext cx="2468880" cy="32004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Total</a:t>
            </a:r>
            <a:endParaRPr lang="en-US" sz="1400" dirty="0"/>
          </a:p>
        </p:txBody>
      </p:sp>
      <p:sp>
        <p:nvSpPr>
          <p:cNvPr id="22" name="Text 19"/>
          <p:cNvSpPr txBox="1"/>
          <p:nvPr/>
        </p:nvSpPr>
        <p:spPr>
          <a:xfrm>
            <a:off x="14676120" y="3227832"/>
            <a:ext cx="246888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of 20</a:t>
            </a:r>
            <a:endParaRPr lang="en-US" sz="1150" dirty="0"/>
          </a:p>
        </p:txBody>
      </p:sp>
      <p:sp>
        <p:nvSpPr>
          <p:cNvPr id="23" name="Shape 20"/>
          <p:cNvSpPr/>
          <p:nvPr/>
        </p:nvSpPr>
        <p:spPr>
          <a:xfrm>
            <a:off x="1143000" y="3584448"/>
            <a:ext cx="16002000" cy="0"/>
          </a:xfrm>
          <a:prstGeom prst="line">
            <a:avLst/>
          </a:prstGeom>
          <a:noFill/>
          <a:ln w="9525">
            <a:solidFill>
              <a:srgbClr val="1C2B2F"/>
            </a:solidFill>
            <a:prstDash val="solid"/>
          </a:ln>
        </p:spPr>
      </p:sp>
      <p:sp>
        <p:nvSpPr>
          <p:cNvPr id="24" name="Shape 21"/>
          <p:cNvSpPr/>
          <p:nvPr/>
        </p:nvSpPr>
        <p:spPr>
          <a:xfrm>
            <a:off x="1143000" y="3703320"/>
            <a:ext cx="16002000" cy="420624"/>
          </a:xfrm>
          <a:prstGeom prst="roundRect">
            <a:avLst>
              <a:gd name="adj" fmla="val 21739"/>
            </a:avLst>
          </a:prstGeom>
          <a:solidFill>
            <a:srgbClr val="1C2B2F"/>
          </a:solidFill>
          <a:ln w="9525">
            <a:solidFill>
              <a:srgbClr val="1C2B2F"/>
            </a:solidFill>
            <a:prstDash val="solid"/>
          </a:ln>
        </p:spPr>
      </p:sp>
      <p:sp>
        <p:nvSpPr>
          <p:cNvPr id="25" name="Shape 22"/>
          <p:cNvSpPr/>
          <p:nvPr/>
        </p:nvSpPr>
        <p:spPr>
          <a:xfrm>
            <a:off x="4297680" y="3703320"/>
            <a:ext cx="2331720" cy="420624"/>
          </a:xfrm>
          <a:prstGeom prst="rect">
            <a:avLst/>
          </a:prstGeom>
          <a:solidFill>
            <a:srgbClr val="2E4147"/>
          </a:solidFill>
          <a:ln w="12700">
            <a:solidFill>
              <a:srgbClr val="2E4147"/>
            </a:solidFill>
            <a:prstDash val="solid"/>
          </a:ln>
        </p:spPr>
      </p:sp>
      <p:sp>
        <p:nvSpPr>
          <p:cNvPr id="26" name="Text 23"/>
          <p:cNvSpPr txBox="1"/>
          <p:nvPr/>
        </p:nvSpPr>
        <p:spPr>
          <a:xfrm>
            <a:off x="1417320" y="3803904"/>
            <a:ext cx="457200" cy="274320"/>
          </a:xfrm>
          <a:prstGeom prst="rect">
            <a:avLst/>
          </a:prstGeom>
          <a:noFill/>
          <a:ln/>
        </p:spPr>
        <p:txBody>
          <a:bodyPr wrap="square" lIns="0" tIns="0" rIns="0" bIns="0" rtlCol="0" anchor="t"/>
          <a:lstStyle/>
          <a:p>
            <a:pPr indent="0" marL="0">
              <a:buNone/>
            </a:pPr>
            <a:r>
              <a:rPr lang="en-US" sz="1500" dirty="0">
                <a:solidFill>
                  <a:srgbClr val="8FA3A8"/>
                </a:solidFill>
                <a:latin typeface="Geist" pitchFamily="34" charset="0"/>
                <a:ea typeface="Geist" pitchFamily="34" charset="-122"/>
                <a:cs typeface="Geist" pitchFamily="34" charset="-120"/>
              </a:rPr>
              <a:t>1.</a:t>
            </a:r>
            <a:endParaRPr lang="en-US" sz="1500" dirty="0"/>
          </a:p>
        </p:txBody>
      </p:sp>
      <p:sp>
        <p:nvSpPr>
          <p:cNvPr id="27" name="Text 24"/>
          <p:cNvSpPr txBox="1"/>
          <p:nvPr/>
        </p:nvSpPr>
        <p:spPr>
          <a:xfrm>
            <a:off x="1828800" y="3785616"/>
            <a:ext cx="1737360" cy="292608"/>
          </a:xfrm>
          <a:prstGeom prst="rect">
            <a:avLst/>
          </a:prstGeom>
          <a:noFill/>
          <a:ln/>
        </p:spPr>
        <p:txBody>
          <a:bodyPr wrap="square" lIns="0" tIns="0" rIns="0" bIns="0" rtlCol="0" anchor="t"/>
          <a:lstStyle/>
          <a:p>
            <a:pPr indent="0" marL="0">
              <a:buNone/>
            </a:pPr>
            <a:r>
              <a:rPr lang="en-US" sz="1700" dirty="0">
                <a:solidFill>
                  <a:srgbClr val="F6F4EE"/>
                </a:solidFill>
                <a:latin typeface="Geist Medium" pitchFamily="34" charset="0"/>
                <a:ea typeface="Geist Medium" pitchFamily="34" charset="-122"/>
                <a:cs typeface="Geist Medium" pitchFamily="34" charset="-120"/>
              </a:rPr>
              <a:t>Netherlands</a:t>
            </a:r>
            <a:endParaRPr lang="en-US" sz="1700" dirty="0"/>
          </a:p>
        </p:txBody>
      </p:sp>
      <p:sp>
        <p:nvSpPr>
          <p:cNvPr id="28" name="Text 25"/>
          <p:cNvSpPr txBox="1"/>
          <p:nvPr/>
        </p:nvSpPr>
        <p:spPr>
          <a:xfrm>
            <a:off x="4434840" y="37764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5</a:t>
            </a:r>
            <a:endParaRPr lang="en-US" sz="1800" dirty="0"/>
          </a:p>
        </p:txBody>
      </p:sp>
      <p:sp>
        <p:nvSpPr>
          <p:cNvPr id="29" name="Shape 26"/>
          <p:cNvSpPr/>
          <p:nvPr/>
        </p:nvSpPr>
        <p:spPr>
          <a:xfrm>
            <a:off x="4892040" y="3877056"/>
            <a:ext cx="109728" cy="109728"/>
          </a:xfrm>
          <a:prstGeom prst="ellipse">
            <a:avLst/>
          </a:prstGeom>
          <a:solidFill>
            <a:srgbClr val="F6F4EE"/>
          </a:solidFill>
          <a:ln w="12700">
            <a:solidFill>
              <a:srgbClr val="F6F4EE"/>
            </a:solidFill>
            <a:prstDash val="solid"/>
          </a:ln>
        </p:spPr>
      </p:sp>
      <p:sp>
        <p:nvSpPr>
          <p:cNvPr id="30" name="Shape 27"/>
          <p:cNvSpPr/>
          <p:nvPr/>
        </p:nvSpPr>
        <p:spPr>
          <a:xfrm>
            <a:off x="5074920" y="3877056"/>
            <a:ext cx="109728" cy="109728"/>
          </a:xfrm>
          <a:prstGeom prst="ellipse">
            <a:avLst/>
          </a:prstGeom>
          <a:solidFill>
            <a:srgbClr val="F6F4EE"/>
          </a:solidFill>
          <a:ln w="12700">
            <a:solidFill>
              <a:srgbClr val="F6F4EE"/>
            </a:solidFill>
            <a:prstDash val="solid"/>
          </a:ln>
        </p:spPr>
      </p:sp>
      <p:sp>
        <p:nvSpPr>
          <p:cNvPr id="31" name="Shape 28"/>
          <p:cNvSpPr/>
          <p:nvPr/>
        </p:nvSpPr>
        <p:spPr>
          <a:xfrm>
            <a:off x="5257800" y="3877056"/>
            <a:ext cx="109728" cy="109728"/>
          </a:xfrm>
          <a:prstGeom prst="ellipse">
            <a:avLst/>
          </a:prstGeom>
          <a:solidFill>
            <a:srgbClr val="F6F4EE"/>
          </a:solidFill>
          <a:ln w="12700">
            <a:solidFill>
              <a:srgbClr val="F6F4EE"/>
            </a:solidFill>
            <a:prstDash val="solid"/>
          </a:ln>
        </p:spPr>
      </p:sp>
      <p:sp>
        <p:nvSpPr>
          <p:cNvPr id="32" name="Shape 29"/>
          <p:cNvSpPr/>
          <p:nvPr/>
        </p:nvSpPr>
        <p:spPr>
          <a:xfrm>
            <a:off x="5440680" y="3877056"/>
            <a:ext cx="109728" cy="109728"/>
          </a:xfrm>
          <a:prstGeom prst="ellipse">
            <a:avLst/>
          </a:prstGeom>
          <a:solidFill>
            <a:srgbClr val="F6F4EE"/>
          </a:solidFill>
          <a:ln w="12700">
            <a:solidFill>
              <a:srgbClr val="F6F4EE"/>
            </a:solidFill>
            <a:prstDash val="solid"/>
          </a:ln>
        </p:spPr>
      </p:sp>
      <p:sp>
        <p:nvSpPr>
          <p:cNvPr id="33" name="Shape 30"/>
          <p:cNvSpPr/>
          <p:nvPr/>
        </p:nvSpPr>
        <p:spPr>
          <a:xfrm>
            <a:off x="5623560" y="3877056"/>
            <a:ext cx="109728" cy="109728"/>
          </a:xfrm>
          <a:prstGeom prst="ellipse">
            <a:avLst/>
          </a:prstGeom>
          <a:solidFill>
            <a:srgbClr val="F6F4EE"/>
          </a:solidFill>
          <a:ln w="12700">
            <a:solidFill>
              <a:srgbClr val="F6F4EE"/>
            </a:solidFill>
            <a:prstDash val="solid"/>
          </a:ln>
        </p:spPr>
      </p:sp>
      <p:sp>
        <p:nvSpPr>
          <p:cNvPr id="34" name="Text 31"/>
          <p:cNvSpPr txBox="1"/>
          <p:nvPr/>
        </p:nvSpPr>
        <p:spPr>
          <a:xfrm>
            <a:off x="6995160" y="37764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4</a:t>
            </a:r>
            <a:endParaRPr lang="en-US" sz="1800" dirty="0"/>
          </a:p>
        </p:txBody>
      </p:sp>
      <p:sp>
        <p:nvSpPr>
          <p:cNvPr id="35" name="Shape 32"/>
          <p:cNvSpPr/>
          <p:nvPr/>
        </p:nvSpPr>
        <p:spPr>
          <a:xfrm>
            <a:off x="7452360" y="3877056"/>
            <a:ext cx="109728" cy="109728"/>
          </a:xfrm>
          <a:prstGeom prst="ellipse">
            <a:avLst/>
          </a:prstGeom>
          <a:solidFill>
            <a:srgbClr val="F6F4EE"/>
          </a:solidFill>
          <a:ln w="12700">
            <a:solidFill>
              <a:srgbClr val="F6F4EE"/>
            </a:solidFill>
            <a:prstDash val="solid"/>
          </a:ln>
        </p:spPr>
      </p:sp>
      <p:sp>
        <p:nvSpPr>
          <p:cNvPr id="36" name="Shape 33"/>
          <p:cNvSpPr/>
          <p:nvPr/>
        </p:nvSpPr>
        <p:spPr>
          <a:xfrm>
            <a:off x="7635240" y="3877056"/>
            <a:ext cx="109728" cy="109728"/>
          </a:xfrm>
          <a:prstGeom prst="ellipse">
            <a:avLst/>
          </a:prstGeom>
          <a:solidFill>
            <a:srgbClr val="F6F4EE"/>
          </a:solidFill>
          <a:ln w="12700">
            <a:solidFill>
              <a:srgbClr val="F6F4EE"/>
            </a:solidFill>
            <a:prstDash val="solid"/>
          </a:ln>
        </p:spPr>
      </p:sp>
      <p:sp>
        <p:nvSpPr>
          <p:cNvPr id="37" name="Shape 34"/>
          <p:cNvSpPr/>
          <p:nvPr/>
        </p:nvSpPr>
        <p:spPr>
          <a:xfrm>
            <a:off x="7818120" y="3877056"/>
            <a:ext cx="109728" cy="109728"/>
          </a:xfrm>
          <a:prstGeom prst="ellipse">
            <a:avLst/>
          </a:prstGeom>
          <a:solidFill>
            <a:srgbClr val="F6F4EE"/>
          </a:solidFill>
          <a:ln w="12700">
            <a:solidFill>
              <a:srgbClr val="F6F4EE"/>
            </a:solidFill>
            <a:prstDash val="solid"/>
          </a:ln>
        </p:spPr>
      </p:sp>
      <p:sp>
        <p:nvSpPr>
          <p:cNvPr id="38" name="Shape 35"/>
          <p:cNvSpPr/>
          <p:nvPr/>
        </p:nvSpPr>
        <p:spPr>
          <a:xfrm>
            <a:off x="8001000" y="3877056"/>
            <a:ext cx="109728" cy="109728"/>
          </a:xfrm>
          <a:prstGeom prst="ellipse">
            <a:avLst/>
          </a:prstGeom>
          <a:solidFill>
            <a:srgbClr val="F6F4EE"/>
          </a:solidFill>
          <a:ln w="12700">
            <a:solidFill>
              <a:srgbClr val="F6F4EE"/>
            </a:solidFill>
            <a:prstDash val="solid"/>
          </a:ln>
        </p:spPr>
      </p:sp>
      <p:sp>
        <p:nvSpPr>
          <p:cNvPr id="39" name="Shape 36"/>
          <p:cNvSpPr/>
          <p:nvPr/>
        </p:nvSpPr>
        <p:spPr>
          <a:xfrm>
            <a:off x="8183880" y="3877056"/>
            <a:ext cx="109728" cy="109728"/>
          </a:xfrm>
          <a:prstGeom prst="ellipse">
            <a:avLst/>
          </a:prstGeom>
          <a:solidFill>
            <a:srgbClr val="3A4D53"/>
          </a:solidFill>
          <a:ln w="12700">
            <a:solidFill>
              <a:srgbClr val="3A4D53"/>
            </a:solidFill>
            <a:prstDash val="solid"/>
          </a:ln>
        </p:spPr>
      </p:sp>
      <p:sp>
        <p:nvSpPr>
          <p:cNvPr id="40" name="Text 37"/>
          <p:cNvSpPr txBox="1"/>
          <p:nvPr/>
        </p:nvSpPr>
        <p:spPr>
          <a:xfrm>
            <a:off x="9555480" y="37764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4</a:t>
            </a:r>
            <a:endParaRPr lang="en-US" sz="1800" dirty="0"/>
          </a:p>
        </p:txBody>
      </p:sp>
      <p:sp>
        <p:nvSpPr>
          <p:cNvPr id="41" name="Shape 38"/>
          <p:cNvSpPr/>
          <p:nvPr/>
        </p:nvSpPr>
        <p:spPr>
          <a:xfrm>
            <a:off x="10012680" y="3877056"/>
            <a:ext cx="109728" cy="109728"/>
          </a:xfrm>
          <a:prstGeom prst="ellipse">
            <a:avLst/>
          </a:prstGeom>
          <a:solidFill>
            <a:srgbClr val="F6F4EE"/>
          </a:solidFill>
          <a:ln w="12700">
            <a:solidFill>
              <a:srgbClr val="F6F4EE"/>
            </a:solidFill>
            <a:prstDash val="solid"/>
          </a:ln>
        </p:spPr>
      </p:sp>
      <p:sp>
        <p:nvSpPr>
          <p:cNvPr id="42" name="Shape 39"/>
          <p:cNvSpPr/>
          <p:nvPr/>
        </p:nvSpPr>
        <p:spPr>
          <a:xfrm>
            <a:off x="10195560" y="3877056"/>
            <a:ext cx="109728" cy="109728"/>
          </a:xfrm>
          <a:prstGeom prst="ellipse">
            <a:avLst/>
          </a:prstGeom>
          <a:solidFill>
            <a:srgbClr val="F6F4EE"/>
          </a:solidFill>
          <a:ln w="12700">
            <a:solidFill>
              <a:srgbClr val="F6F4EE"/>
            </a:solidFill>
            <a:prstDash val="solid"/>
          </a:ln>
        </p:spPr>
      </p:sp>
      <p:sp>
        <p:nvSpPr>
          <p:cNvPr id="43" name="Shape 40"/>
          <p:cNvSpPr/>
          <p:nvPr/>
        </p:nvSpPr>
        <p:spPr>
          <a:xfrm>
            <a:off x="10378440" y="3877056"/>
            <a:ext cx="109728" cy="109728"/>
          </a:xfrm>
          <a:prstGeom prst="ellipse">
            <a:avLst/>
          </a:prstGeom>
          <a:solidFill>
            <a:srgbClr val="F6F4EE"/>
          </a:solidFill>
          <a:ln w="12700">
            <a:solidFill>
              <a:srgbClr val="F6F4EE"/>
            </a:solidFill>
            <a:prstDash val="solid"/>
          </a:ln>
        </p:spPr>
      </p:sp>
      <p:sp>
        <p:nvSpPr>
          <p:cNvPr id="44" name="Shape 41"/>
          <p:cNvSpPr/>
          <p:nvPr/>
        </p:nvSpPr>
        <p:spPr>
          <a:xfrm>
            <a:off x="10561320" y="3877056"/>
            <a:ext cx="109728" cy="109728"/>
          </a:xfrm>
          <a:prstGeom prst="ellipse">
            <a:avLst/>
          </a:prstGeom>
          <a:solidFill>
            <a:srgbClr val="F6F4EE"/>
          </a:solidFill>
          <a:ln w="12700">
            <a:solidFill>
              <a:srgbClr val="F6F4EE"/>
            </a:solidFill>
            <a:prstDash val="solid"/>
          </a:ln>
        </p:spPr>
      </p:sp>
      <p:sp>
        <p:nvSpPr>
          <p:cNvPr id="45" name="Shape 42"/>
          <p:cNvSpPr/>
          <p:nvPr/>
        </p:nvSpPr>
        <p:spPr>
          <a:xfrm>
            <a:off x="10744200" y="3877056"/>
            <a:ext cx="109728" cy="109728"/>
          </a:xfrm>
          <a:prstGeom prst="ellipse">
            <a:avLst/>
          </a:prstGeom>
          <a:solidFill>
            <a:srgbClr val="3A4D53"/>
          </a:solidFill>
          <a:ln w="12700">
            <a:solidFill>
              <a:srgbClr val="3A4D53"/>
            </a:solidFill>
            <a:prstDash val="solid"/>
          </a:ln>
        </p:spPr>
      </p:sp>
      <p:sp>
        <p:nvSpPr>
          <p:cNvPr id="46" name="Text 43"/>
          <p:cNvSpPr txBox="1"/>
          <p:nvPr/>
        </p:nvSpPr>
        <p:spPr>
          <a:xfrm>
            <a:off x="12115800" y="3776472"/>
            <a:ext cx="365760" cy="310896"/>
          </a:xfrm>
          <a:prstGeom prst="rect">
            <a:avLst/>
          </a:prstGeom>
          <a:noFill/>
          <a:ln/>
        </p:spPr>
        <p:txBody>
          <a:bodyPr wrap="square" lIns="0" tIns="0" rIns="0" bIns="0" rtlCol="0" anchor="t"/>
          <a:lstStyle/>
          <a:p>
            <a:pPr indent="0" marL="0">
              <a:buNone/>
            </a:pPr>
            <a:r>
              <a:rPr lang="en-US" sz="1800" dirty="0">
                <a:solidFill>
                  <a:srgbClr val="F6F4EE"/>
                </a:solidFill>
                <a:latin typeface="Geist Medium" pitchFamily="34" charset="0"/>
                <a:ea typeface="Geist Medium" pitchFamily="34" charset="-122"/>
                <a:cs typeface="Geist Medium" pitchFamily="34" charset="-120"/>
              </a:rPr>
              <a:t>5</a:t>
            </a:r>
            <a:endParaRPr lang="en-US" sz="1800" dirty="0"/>
          </a:p>
        </p:txBody>
      </p:sp>
      <p:sp>
        <p:nvSpPr>
          <p:cNvPr id="47" name="Shape 44"/>
          <p:cNvSpPr/>
          <p:nvPr/>
        </p:nvSpPr>
        <p:spPr>
          <a:xfrm>
            <a:off x="12573000" y="3877056"/>
            <a:ext cx="109728" cy="109728"/>
          </a:xfrm>
          <a:prstGeom prst="ellipse">
            <a:avLst/>
          </a:prstGeom>
          <a:solidFill>
            <a:srgbClr val="F6F4EE"/>
          </a:solidFill>
          <a:ln w="12700">
            <a:solidFill>
              <a:srgbClr val="F6F4EE"/>
            </a:solidFill>
            <a:prstDash val="solid"/>
          </a:ln>
        </p:spPr>
      </p:sp>
      <p:sp>
        <p:nvSpPr>
          <p:cNvPr id="48" name="Shape 45"/>
          <p:cNvSpPr/>
          <p:nvPr/>
        </p:nvSpPr>
        <p:spPr>
          <a:xfrm>
            <a:off x="12755880" y="3877056"/>
            <a:ext cx="109728" cy="109728"/>
          </a:xfrm>
          <a:prstGeom prst="ellipse">
            <a:avLst/>
          </a:prstGeom>
          <a:solidFill>
            <a:srgbClr val="F6F4EE"/>
          </a:solidFill>
          <a:ln w="12700">
            <a:solidFill>
              <a:srgbClr val="F6F4EE"/>
            </a:solidFill>
            <a:prstDash val="solid"/>
          </a:ln>
        </p:spPr>
      </p:sp>
      <p:sp>
        <p:nvSpPr>
          <p:cNvPr id="49" name="Shape 46"/>
          <p:cNvSpPr/>
          <p:nvPr/>
        </p:nvSpPr>
        <p:spPr>
          <a:xfrm>
            <a:off x="12938760" y="3877056"/>
            <a:ext cx="109728" cy="109728"/>
          </a:xfrm>
          <a:prstGeom prst="ellipse">
            <a:avLst/>
          </a:prstGeom>
          <a:solidFill>
            <a:srgbClr val="F6F4EE"/>
          </a:solidFill>
          <a:ln w="12700">
            <a:solidFill>
              <a:srgbClr val="F6F4EE"/>
            </a:solidFill>
            <a:prstDash val="solid"/>
          </a:ln>
        </p:spPr>
      </p:sp>
      <p:sp>
        <p:nvSpPr>
          <p:cNvPr id="50" name="Shape 47"/>
          <p:cNvSpPr/>
          <p:nvPr/>
        </p:nvSpPr>
        <p:spPr>
          <a:xfrm>
            <a:off x="13121640" y="3877056"/>
            <a:ext cx="109728" cy="109728"/>
          </a:xfrm>
          <a:prstGeom prst="ellipse">
            <a:avLst/>
          </a:prstGeom>
          <a:solidFill>
            <a:srgbClr val="F6F4EE"/>
          </a:solidFill>
          <a:ln w="12700">
            <a:solidFill>
              <a:srgbClr val="F6F4EE"/>
            </a:solidFill>
            <a:prstDash val="solid"/>
          </a:ln>
        </p:spPr>
      </p:sp>
      <p:sp>
        <p:nvSpPr>
          <p:cNvPr id="51" name="Shape 48"/>
          <p:cNvSpPr/>
          <p:nvPr/>
        </p:nvSpPr>
        <p:spPr>
          <a:xfrm>
            <a:off x="13304520" y="3877056"/>
            <a:ext cx="109728" cy="109728"/>
          </a:xfrm>
          <a:prstGeom prst="ellipse">
            <a:avLst/>
          </a:prstGeom>
          <a:solidFill>
            <a:srgbClr val="F6F4EE"/>
          </a:solidFill>
          <a:ln w="12700">
            <a:solidFill>
              <a:srgbClr val="F6F4EE"/>
            </a:solidFill>
            <a:prstDash val="solid"/>
          </a:ln>
        </p:spPr>
      </p:sp>
      <p:sp>
        <p:nvSpPr>
          <p:cNvPr id="52" name="Text 49"/>
          <p:cNvSpPr txBox="1"/>
          <p:nvPr/>
        </p:nvSpPr>
        <p:spPr>
          <a:xfrm>
            <a:off x="14676120" y="3767328"/>
            <a:ext cx="548640" cy="329184"/>
          </a:xfrm>
          <a:prstGeom prst="rect">
            <a:avLst/>
          </a:prstGeom>
          <a:noFill/>
          <a:ln/>
        </p:spPr>
        <p:txBody>
          <a:bodyPr wrap="square" lIns="0" tIns="0" rIns="0" bIns="0" rtlCol="0" anchor="t"/>
          <a:lstStyle/>
          <a:p>
            <a:pPr indent="0" marL="0">
              <a:buNone/>
            </a:pPr>
            <a:r>
              <a:rPr lang="en-US" sz="2000" dirty="0">
                <a:solidFill>
                  <a:srgbClr val="F6F4EE"/>
                </a:solidFill>
                <a:latin typeface="Geist Medium" pitchFamily="34" charset="0"/>
                <a:ea typeface="Geist Medium" pitchFamily="34" charset="-122"/>
                <a:cs typeface="Geist Medium" pitchFamily="34" charset="-120"/>
              </a:rPr>
              <a:t>18</a:t>
            </a:r>
            <a:endParaRPr lang="en-US" sz="2000" dirty="0"/>
          </a:p>
        </p:txBody>
      </p:sp>
      <p:sp>
        <p:nvSpPr>
          <p:cNvPr id="53" name="Shape 50"/>
          <p:cNvSpPr/>
          <p:nvPr/>
        </p:nvSpPr>
        <p:spPr>
          <a:xfrm>
            <a:off x="15361920" y="3895344"/>
            <a:ext cx="1508760" cy="82296"/>
          </a:xfrm>
          <a:prstGeom prst="roundRect">
            <a:avLst>
              <a:gd name="adj" fmla="val 44444"/>
            </a:avLst>
          </a:prstGeom>
          <a:solidFill>
            <a:srgbClr val="3A4D53"/>
          </a:solidFill>
          <a:ln w="12700">
            <a:solidFill>
              <a:srgbClr val="3A4D53"/>
            </a:solidFill>
            <a:prstDash val="solid"/>
          </a:ln>
        </p:spPr>
      </p:sp>
      <p:sp>
        <p:nvSpPr>
          <p:cNvPr id="54" name="Shape 51"/>
          <p:cNvSpPr/>
          <p:nvPr/>
        </p:nvSpPr>
        <p:spPr>
          <a:xfrm>
            <a:off x="15361920" y="3895344"/>
            <a:ext cx="1357884" cy="82296"/>
          </a:xfrm>
          <a:prstGeom prst="roundRect">
            <a:avLst>
              <a:gd name="adj" fmla="val 44444"/>
            </a:avLst>
          </a:prstGeom>
          <a:solidFill>
            <a:srgbClr val="F6F4EE"/>
          </a:solidFill>
          <a:ln w="12700">
            <a:solidFill>
              <a:srgbClr val="F6F4EE"/>
            </a:solidFill>
            <a:prstDash val="solid"/>
          </a:ln>
        </p:spPr>
      </p:sp>
      <p:sp>
        <p:nvSpPr>
          <p:cNvPr id="55" name="Shape 52"/>
          <p:cNvSpPr/>
          <p:nvPr/>
        </p:nvSpPr>
        <p:spPr>
          <a:xfrm>
            <a:off x="1143000" y="4178808"/>
            <a:ext cx="16002000" cy="420624"/>
          </a:xfrm>
          <a:prstGeom prst="roundRect">
            <a:avLst>
              <a:gd name="adj" fmla="val 21739"/>
            </a:avLst>
          </a:prstGeom>
          <a:solidFill>
            <a:srgbClr val="FCFBF8"/>
          </a:solidFill>
          <a:ln w="9525">
            <a:solidFill>
              <a:srgbClr val="E3E0D7"/>
            </a:solidFill>
            <a:prstDash val="solid"/>
          </a:ln>
        </p:spPr>
      </p:sp>
      <p:sp>
        <p:nvSpPr>
          <p:cNvPr id="56" name="Shape 53"/>
          <p:cNvSpPr/>
          <p:nvPr/>
        </p:nvSpPr>
        <p:spPr>
          <a:xfrm>
            <a:off x="4297680" y="4178808"/>
            <a:ext cx="2331720" cy="420624"/>
          </a:xfrm>
          <a:prstGeom prst="rect">
            <a:avLst/>
          </a:prstGeom>
          <a:solidFill>
            <a:srgbClr val="E7EDEC"/>
          </a:solidFill>
          <a:ln w="12700">
            <a:solidFill>
              <a:srgbClr val="E7EDEC"/>
            </a:solidFill>
            <a:prstDash val="solid"/>
          </a:ln>
        </p:spPr>
      </p:sp>
      <p:sp>
        <p:nvSpPr>
          <p:cNvPr id="57" name="Text 54"/>
          <p:cNvSpPr txBox="1"/>
          <p:nvPr/>
        </p:nvSpPr>
        <p:spPr>
          <a:xfrm>
            <a:off x="1417320" y="4279392"/>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2.</a:t>
            </a:r>
            <a:endParaRPr lang="en-US" sz="1500" dirty="0"/>
          </a:p>
        </p:txBody>
      </p:sp>
      <p:sp>
        <p:nvSpPr>
          <p:cNvPr id="58" name="Text 55"/>
          <p:cNvSpPr txBox="1"/>
          <p:nvPr/>
        </p:nvSpPr>
        <p:spPr>
          <a:xfrm>
            <a:off x="1828800" y="4261104"/>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Sweden</a:t>
            </a:r>
            <a:endParaRPr lang="en-US" sz="1700" dirty="0"/>
          </a:p>
        </p:txBody>
      </p:sp>
      <p:sp>
        <p:nvSpPr>
          <p:cNvPr id="59" name="Text 56"/>
          <p:cNvSpPr txBox="1"/>
          <p:nvPr/>
        </p:nvSpPr>
        <p:spPr>
          <a:xfrm>
            <a:off x="4434840" y="42519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60" name="Shape 57"/>
          <p:cNvSpPr/>
          <p:nvPr/>
        </p:nvSpPr>
        <p:spPr>
          <a:xfrm>
            <a:off x="4892040" y="4352544"/>
            <a:ext cx="109728" cy="109728"/>
          </a:xfrm>
          <a:prstGeom prst="ellipse">
            <a:avLst/>
          </a:prstGeom>
          <a:solidFill>
            <a:srgbClr val="1C2B2F"/>
          </a:solidFill>
          <a:ln w="12700">
            <a:solidFill>
              <a:srgbClr val="1C2B2F"/>
            </a:solidFill>
            <a:prstDash val="solid"/>
          </a:ln>
        </p:spPr>
      </p:sp>
      <p:sp>
        <p:nvSpPr>
          <p:cNvPr id="61" name="Shape 58"/>
          <p:cNvSpPr/>
          <p:nvPr/>
        </p:nvSpPr>
        <p:spPr>
          <a:xfrm>
            <a:off x="5074920" y="4352544"/>
            <a:ext cx="109728" cy="109728"/>
          </a:xfrm>
          <a:prstGeom prst="ellipse">
            <a:avLst/>
          </a:prstGeom>
          <a:solidFill>
            <a:srgbClr val="1C2B2F"/>
          </a:solidFill>
          <a:ln w="12700">
            <a:solidFill>
              <a:srgbClr val="1C2B2F"/>
            </a:solidFill>
            <a:prstDash val="solid"/>
          </a:ln>
        </p:spPr>
      </p:sp>
      <p:sp>
        <p:nvSpPr>
          <p:cNvPr id="62" name="Shape 59"/>
          <p:cNvSpPr/>
          <p:nvPr/>
        </p:nvSpPr>
        <p:spPr>
          <a:xfrm>
            <a:off x="5257800" y="4352544"/>
            <a:ext cx="109728" cy="109728"/>
          </a:xfrm>
          <a:prstGeom prst="ellipse">
            <a:avLst/>
          </a:prstGeom>
          <a:solidFill>
            <a:srgbClr val="1C2B2F"/>
          </a:solidFill>
          <a:ln w="12700">
            <a:solidFill>
              <a:srgbClr val="1C2B2F"/>
            </a:solidFill>
            <a:prstDash val="solid"/>
          </a:ln>
        </p:spPr>
      </p:sp>
      <p:sp>
        <p:nvSpPr>
          <p:cNvPr id="63" name="Shape 60"/>
          <p:cNvSpPr/>
          <p:nvPr/>
        </p:nvSpPr>
        <p:spPr>
          <a:xfrm>
            <a:off x="5440680" y="4352544"/>
            <a:ext cx="109728" cy="109728"/>
          </a:xfrm>
          <a:prstGeom prst="ellipse">
            <a:avLst/>
          </a:prstGeom>
          <a:solidFill>
            <a:srgbClr val="1C2B2F"/>
          </a:solidFill>
          <a:ln w="12700">
            <a:solidFill>
              <a:srgbClr val="1C2B2F"/>
            </a:solidFill>
            <a:prstDash val="solid"/>
          </a:ln>
        </p:spPr>
      </p:sp>
      <p:sp>
        <p:nvSpPr>
          <p:cNvPr id="64" name="Shape 61"/>
          <p:cNvSpPr/>
          <p:nvPr/>
        </p:nvSpPr>
        <p:spPr>
          <a:xfrm>
            <a:off x="5623560" y="4352544"/>
            <a:ext cx="109728" cy="109728"/>
          </a:xfrm>
          <a:prstGeom prst="ellipse">
            <a:avLst/>
          </a:prstGeom>
          <a:solidFill>
            <a:srgbClr val="1C2B2F"/>
          </a:solidFill>
          <a:ln w="12700">
            <a:solidFill>
              <a:srgbClr val="1C2B2F"/>
            </a:solidFill>
            <a:prstDash val="solid"/>
          </a:ln>
        </p:spPr>
      </p:sp>
      <p:sp>
        <p:nvSpPr>
          <p:cNvPr id="65" name="Text 62"/>
          <p:cNvSpPr txBox="1"/>
          <p:nvPr/>
        </p:nvSpPr>
        <p:spPr>
          <a:xfrm>
            <a:off x="6995160" y="42519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66" name="Shape 63"/>
          <p:cNvSpPr/>
          <p:nvPr/>
        </p:nvSpPr>
        <p:spPr>
          <a:xfrm>
            <a:off x="7452360" y="4352544"/>
            <a:ext cx="109728" cy="109728"/>
          </a:xfrm>
          <a:prstGeom prst="ellipse">
            <a:avLst/>
          </a:prstGeom>
          <a:solidFill>
            <a:srgbClr val="1C2B2F"/>
          </a:solidFill>
          <a:ln w="12700">
            <a:solidFill>
              <a:srgbClr val="1C2B2F"/>
            </a:solidFill>
            <a:prstDash val="solid"/>
          </a:ln>
        </p:spPr>
      </p:sp>
      <p:sp>
        <p:nvSpPr>
          <p:cNvPr id="67" name="Shape 64"/>
          <p:cNvSpPr/>
          <p:nvPr/>
        </p:nvSpPr>
        <p:spPr>
          <a:xfrm>
            <a:off x="7635240" y="4352544"/>
            <a:ext cx="109728" cy="109728"/>
          </a:xfrm>
          <a:prstGeom prst="ellipse">
            <a:avLst/>
          </a:prstGeom>
          <a:solidFill>
            <a:srgbClr val="1C2B2F"/>
          </a:solidFill>
          <a:ln w="12700">
            <a:solidFill>
              <a:srgbClr val="1C2B2F"/>
            </a:solidFill>
            <a:prstDash val="solid"/>
          </a:ln>
        </p:spPr>
      </p:sp>
      <p:sp>
        <p:nvSpPr>
          <p:cNvPr id="68" name="Shape 65"/>
          <p:cNvSpPr/>
          <p:nvPr/>
        </p:nvSpPr>
        <p:spPr>
          <a:xfrm>
            <a:off x="7818120" y="4352544"/>
            <a:ext cx="109728" cy="109728"/>
          </a:xfrm>
          <a:prstGeom prst="ellipse">
            <a:avLst/>
          </a:prstGeom>
          <a:solidFill>
            <a:srgbClr val="1C2B2F"/>
          </a:solidFill>
          <a:ln w="12700">
            <a:solidFill>
              <a:srgbClr val="1C2B2F"/>
            </a:solidFill>
            <a:prstDash val="solid"/>
          </a:ln>
        </p:spPr>
      </p:sp>
      <p:sp>
        <p:nvSpPr>
          <p:cNvPr id="69" name="Shape 66"/>
          <p:cNvSpPr/>
          <p:nvPr/>
        </p:nvSpPr>
        <p:spPr>
          <a:xfrm>
            <a:off x="8001000" y="4352544"/>
            <a:ext cx="109728" cy="109728"/>
          </a:xfrm>
          <a:prstGeom prst="ellipse">
            <a:avLst/>
          </a:prstGeom>
          <a:solidFill>
            <a:srgbClr val="E3E0D7"/>
          </a:solidFill>
          <a:ln w="12700">
            <a:solidFill>
              <a:srgbClr val="E3E0D7"/>
            </a:solidFill>
            <a:prstDash val="solid"/>
          </a:ln>
        </p:spPr>
      </p:sp>
      <p:sp>
        <p:nvSpPr>
          <p:cNvPr id="70" name="Shape 67"/>
          <p:cNvSpPr/>
          <p:nvPr/>
        </p:nvSpPr>
        <p:spPr>
          <a:xfrm>
            <a:off x="8183880" y="4352544"/>
            <a:ext cx="109728" cy="109728"/>
          </a:xfrm>
          <a:prstGeom prst="ellipse">
            <a:avLst/>
          </a:prstGeom>
          <a:solidFill>
            <a:srgbClr val="E3E0D7"/>
          </a:solidFill>
          <a:ln w="12700">
            <a:solidFill>
              <a:srgbClr val="E3E0D7"/>
            </a:solidFill>
            <a:prstDash val="solid"/>
          </a:ln>
        </p:spPr>
      </p:sp>
      <p:sp>
        <p:nvSpPr>
          <p:cNvPr id="71" name="Text 68"/>
          <p:cNvSpPr txBox="1"/>
          <p:nvPr/>
        </p:nvSpPr>
        <p:spPr>
          <a:xfrm>
            <a:off x="9555480" y="42519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72" name="Shape 69"/>
          <p:cNvSpPr/>
          <p:nvPr/>
        </p:nvSpPr>
        <p:spPr>
          <a:xfrm>
            <a:off x="10012680" y="4352544"/>
            <a:ext cx="109728" cy="109728"/>
          </a:xfrm>
          <a:prstGeom prst="ellipse">
            <a:avLst/>
          </a:prstGeom>
          <a:solidFill>
            <a:srgbClr val="1C2B2F"/>
          </a:solidFill>
          <a:ln w="12700">
            <a:solidFill>
              <a:srgbClr val="1C2B2F"/>
            </a:solidFill>
            <a:prstDash val="solid"/>
          </a:ln>
        </p:spPr>
      </p:sp>
      <p:sp>
        <p:nvSpPr>
          <p:cNvPr id="73" name="Shape 70"/>
          <p:cNvSpPr/>
          <p:nvPr/>
        </p:nvSpPr>
        <p:spPr>
          <a:xfrm>
            <a:off x="10195560" y="4352544"/>
            <a:ext cx="109728" cy="109728"/>
          </a:xfrm>
          <a:prstGeom prst="ellipse">
            <a:avLst/>
          </a:prstGeom>
          <a:solidFill>
            <a:srgbClr val="1C2B2F"/>
          </a:solidFill>
          <a:ln w="12700">
            <a:solidFill>
              <a:srgbClr val="1C2B2F"/>
            </a:solidFill>
            <a:prstDash val="solid"/>
          </a:ln>
        </p:spPr>
      </p:sp>
      <p:sp>
        <p:nvSpPr>
          <p:cNvPr id="74" name="Shape 71"/>
          <p:cNvSpPr/>
          <p:nvPr/>
        </p:nvSpPr>
        <p:spPr>
          <a:xfrm>
            <a:off x="10378440" y="4352544"/>
            <a:ext cx="109728" cy="109728"/>
          </a:xfrm>
          <a:prstGeom prst="ellipse">
            <a:avLst/>
          </a:prstGeom>
          <a:solidFill>
            <a:srgbClr val="1C2B2F"/>
          </a:solidFill>
          <a:ln w="12700">
            <a:solidFill>
              <a:srgbClr val="1C2B2F"/>
            </a:solidFill>
            <a:prstDash val="solid"/>
          </a:ln>
        </p:spPr>
      </p:sp>
      <p:sp>
        <p:nvSpPr>
          <p:cNvPr id="75" name="Shape 72"/>
          <p:cNvSpPr/>
          <p:nvPr/>
        </p:nvSpPr>
        <p:spPr>
          <a:xfrm>
            <a:off x="10561320" y="4352544"/>
            <a:ext cx="109728" cy="109728"/>
          </a:xfrm>
          <a:prstGeom prst="ellipse">
            <a:avLst/>
          </a:prstGeom>
          <a:solidFill>
            <a:srgbClr val="1C2B2F"/>
          </a:solidFill>
          <a:ln w="12700">
            <a:solidFill>
              <a:srgbClr val="1C2B2F"/>
            </a:solidFill>
            <a:prstDash val="solid"/>
          </a:ln>
        </p:spPr>
      </p:sp>
      <p:sp>
        <p:nvSpPr>
          <p:cNvPr id="76" name="Shape 73"/>
          <p:cNvSpPr/>
          <p:nvPr/>
        </p:nvSpPr>
        <p:spPr>
          <a:xfrm>
            <a:off x="10744200" y="4352544"/>
            <a:ext cx="109728" cy="109728"/>
          </a:xfrm>
          <a:prstGeom prst="ellipse">
            <a:avLst/>
          </a:prstGeom>
          <a:solidFill>
            <a:srgbClr val="1C2B2F"/>
          </a:solidFill>
          <a:ln w="12700">
            <a:solidFill>
              <a:srgbClr val="1C2B2F"/>
            </a:solidFill>
            <a:prstDash val="solid"/>
          </a:ln>
        </p:spPr>
      </p:sp>
      <p:sp>
        <p:nvSpPr>
          <p:cNvPr id="77" name="Text 74"/>
          <p:cNvSpPr txBox="1"/>
          <p:nvPr/>
        </p:nvSpPr>
        <p:spPr>
          <a:xfrm>
            <a:off x="12115800" y="425196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4</a:t>
            </a:r>
            <a:endParaRPr lang="en-US" sz="1800" dirty="0"/>
          </a:p>
        </p:txBody>
      </p:sp>
      <p:sp>
        <p:nvSpPr>
          <p:cNvPr id="78" name="Shape 75"/>
          <p:cNvSpPr/>
          <p:nvPr/>
        </p:nvSpPr>
        <p:spPr>
          <a:xfrm>
            <a:off x="12573000" y="4352544"/>
            <a:ext cx="109728" cy="109728"/>
          </a:xfrm>
          <a:prstGeom prst="ellipse">
            <a:avLst/>
          </a:prstGeom>
          <a:solidFill>
            <a:srgbClr val="1C2B2F"/>
          </a:solidFill>
          <a:ln w="12700">
            <a:solidFill>
              <a:srgbClr val="1C2B2F"/>
            </a:solidFill>
            <a:prstDash val="solid"/>
          </a:ln>
        </p:spPr>
      </p:sp>
      <p:sp>
        <p:nvSpPr>
          <p:cNvPr id="79" name="Shape 76"/>
          <p:cNvSpPr/>
          <p:nvPr/>
        </p:nvSpPr>
        <p:spPr>
          <a:xfrm>
            <a:off x="12755880" y="4352544"/>
            <a:ext cx="109728" cy="109728"/>
          </a:xfrm>
          <a:prstGeom prst="ellipse">
            <a:avLst/>
          </a:prstGeom>
          <a:solidFill>
            <a:srgbClr val="1C2B2F"/>
          </a:solidFill>
          <a:ln w="12700">
            <a:solidFill>
              <a:srgbClr val="1C2B2F"/>
            </a:solidFill>
            <a:prstDash val="solid"/>
          </a:ln>
        </p:spPr>
      </p:sp>
      <p:sp>
        <p:nvSpPr>
          <p:cNvPr id="80" name="Shape 77"/>
          <p:cNvSpPr/>
          <p:nvPr/>
        </p:nvSpPr>
        <p:spPr>
          <a:xfrm>
            <a:off x="12938760" y="4352544"/>
            <a:ext cx="109728" cy="109728"/>
          </a:xfrm>
          <a:prstGeom prst="ellipse">
            <a:avLst/>
          </a:prstGeom>
          <a:solidFill>
            <a:srgbClr val="1C2B2F"/>
          </a:solidFill>
          <a:ln w="12700">
            <a:solidFill>
              <a:srgbClr val="1C2B2F"/>
            </a:solidFill>
            <a:prstDash val="solid"/>
          </a:ln>
        </p:spPr>
      </p:sp>
      <p:sp>
        <p:nvSpPr>
          <p:cNvPr id="81" name="Shape 78"/>
          <p:cNvSpPr/>
          <p:nvPr/>
        </p:nvSpPr>
        <p:spPr>
          <a:xfrm>
            <a:off x="13121640" y="4352544"/>
            <a:ext cx="109728" cy="109728"/>
          </a:xfrm>
          <a:prstGeom prst="ellipse">
            <a:avLst/>
          </a:prstGeom>
          <a:solidFill>
            <a:srgbClr val="1C2B2F"/>
          </a:solidFill>
          <a:ln w="12700">
            <a:solidFill>
              <a:srgbClr val="1C2B2F"/>
            </a:solidFill>
            <a:prstDash val="solid"/>
          </a:ln>
        </p:spPr>
      </p:sp>
      <p:sp>
        <p:nvSpPr>
          <p:cNvPr id="82" name="Shape 79"/>
          <p:cNvSpPr/>
          <p:nvPr/>
        </p:nvSpPr>
        <p:spPr>
          <a:xfrm>
            <a:off x="13304520" y="4352544"/>
            <a:ext cx="109728" cy="109728"/>
          </a:xfrm>
          <a:prstGeom prst="ellipse">
            <a:avLst/>
          </a:prstGeom>
          <a:solidFill>
            <a:srgbClr val="E3E0D7"/>
          </a:solidFill>
          <a:ln w="12700">
            <a:solidFill>
              <a:srgbClr val="E3E0D7"/>
            </a:solidFill>
            <a:prstDash val="solid"/>
          </a:ln>
        </p:spPr>
      </p:sp>
      <p:sp>
        <p:nvSpPr>
          <p:cNvPr id="83" name="Text 80"/>
          <p:cNvSpPr txBox="1"/>
          <p:nvPr/>
        </p:nvSpPr>
        <p:spPr>
          <a:xfrm>
            <a:off x="14676120" y="4242816"/>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17</a:t>
            </a:r>
            <a:endParaRPr lang="en-US" sz="2000" dirty="0"/>
          </a:p>
        </p:txBody>
      </p:sp>
      <p:sp>
        <p:nvSpPr>
          <p:cNvPr id="84" name="Shape 81"/>
          <p:cNvSpPr/>
          <p:nvPr/>
        </p:nvSpPr>
        <p:spPr>
          <a:xfrm>
            <a:off x="15361920" y="4370832"/>
            <a:ext cx="1508760" cy="82296"/>
          </a:xfrm>
          <a:prstGeom prst="roundRect">
            <a:avLst>
              <a:gd name="adj" fmla="val 44444"/>
            </a:avLst>
          </a:prstGeom>
          <a:solidFill>
            <a:srgbClr val="E3E0D7"/>
          </a:solidFill>
          <a:ln w="12700">
            <a:solidFill>
              <a:srgbClr val="E3E0D7"/>
            </a:solidFill>
            <a:prstDash val="solid"/>
          </a:ln>
        </p:spPr>
      </p:sp>
      <p:sp>
        <p:nvSpPr>
          <p:cNvPr id="85" name="Shape 82"/>
          <p:cNvSpPr/>
          <p:nvPr/>
        </p:nvSpPr>
        <p:spPr>
          <a:xfrm>
            <a:off x="15361920" y="4370832"/>
            <a:ext cx="1282446" cy="82296"/>
          </a:xfrm>
          <a:prstGeom prst="roundRect">
            <a:avLst>
              <a:gd name="adj" fmla="val 44444"/>
            </a:avLst>
          </a:prstGeom>
          <a:solidFill>
            <a:srgbClr val="3E6670"/>
          </a:solidFill>
          <a:ln w="12700">
            <a:solidFill>
              <a:srgbClr val="3E6670"/>
            </a:solidFill>
            <a:prstDash val="solid"/>
          </a:ln>
        </p:spPr>
      </p:sp>
      <p:sp>
        <p:nvSpPr>
          <p:cNvPr id="86" name="Shape 83"/>
          <p:cNvSpPr/>
          <p:nvPr/>
        </p:nvSpPr>
        <p:spPr>
          <a:xfrm>
            <a:off x="1143000" y="4654296"/>
            <a:ext cx="16002000" cy="420624"/>
          </a:xfrm>
          <a:prstGeom prst="roundRect">
            <a:avLst>
              <a:gd name="adj" fmla="val 21739"/>
            </a:avLst>
          </a:prstGeom>
          <a:solidFill>
            <a:srgbClr val="FCFBF8"/>
          </a:solidFill>
          <a:ln w="9525">
            <a:solidFill>
              <a:srgbClr val="E3E0D7"/>
            </a:solidFill>
            <a:prstDash val="solid"/>
          </a:ln>
        </p:spPr>
      </p:sp>
      <p:sp>
        <p:nvSpPr>
          <p:cNvPr id="87" name="Shape 84"/>
          <p:cNvSpPr/>
          <p:nvPr/>
        </p:nvSpPr>
        <p:spPr>
          <a:xfrm>
            <a:off x="4297680" y="4654296"/>
            <a:ext cx="2331720" cy="420624"/>
          </a:xfrm>
          <a:prstGeom prst="rect">
            <a:avLst/>
          </a:prstGeom>
          <a:solidFill>
            <a:srgbClr val="E7EDEC"/>
          </a:solidFill>
          <a:ln w="12700">
            <a:solidFill>
              <a:srgbClr val="E7EDEC"/>
            </a:solidFill>
            <a:prstDash val="solid"/>
          </a:ln>
        </p:spPr>
      </p:sp>
      <p:sp>
        <p:nvSpPr>
          <p:cNvPr id="88" name="Text 85"/>
          <p:cNvSpPr txBox="1"/>
          <p:nvPr/>
        </p:nvSpPr>
        <p:spPr>
          <a:xfrm>
            <a:off x="1417320" y="4754880"/>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3.</a:t>
            </a:r>
            <a:endParaRPr lang="en-US" sz="1500" dirty="0"/>
          </a:p>
        </p:txBody>
      </p:sp>
      <p:sp>
        <p:nvSpPr>
          <p:cNvPr id="89" name="Text 86"/>
          <p:cNvSpPr txBox="1"/>
          <p:nvPr/>
        </p:nvSpPr>
        <p:spPr>
          <a:xfrm>
            <a:off x="1828800" y="4736592"/>
            <a:ext cx="1737360" cy="292608"/>
          </a:xfrm>
          <a:prstGeom prst="rect">
            <a:avLst/>
          </a:prstGeom>
          <a:noFill/>
          <a:ln/>
        </p:spPr>
        <p:txBody>
          <a:bodyPr wrap="square" lIns="0" tIns="0" rIns="0" bIns="0" rtlCol="0" anchor="t"/>
          <a:lstStyle/>
          <a:p>
            <a:pPr indent="0" marL="0">
              <a:buNone/>
            </a:pPr>
            <a:r>
              <a:rPr lang="en-US" sz="1700" dirty="0">
                <a:solidFill>
                  <a:srgbClr val="55676B"/>
                </a:solidFill>
                <a:latin typeface="Geist Medium" pitchFamily="34" charset="0"/>
                <a:ea typeface="Geist Medium" pitchFamily="34" charset="-122"/>
                <a:cs typeface="Geist Medium" pitchFamily="34" charset="-120"/>
              </a:rPr>
              <a:t>Germany</a:t>
            </a:r>
            <a:endParaRPr lang="en-US" sz="1700" dirty="0"/>
          </a:p>
        </p:txBody>
      </p:sp>
      <p:sp>
        <p:nvSpPr>
          <p:cNvPr id="90" name="Text 87"/>
          <p:cNvSpPr txBox="1"/>
          <p:nvPr/>
        </p:nvSpPr>
        <p:spPr>
          <a:xfrm>
            <a:off x="4434840" y="47274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2</a:t>
            </a:r>
            <a:endParaRPr lang="en-US" sz="1800" dirty="0"/>
          </a:p>
        </p:txBody>
      </p:sp>
      <p:sp>
        <p:nvSpPr>
          <p:cNvPr id="91" name="Shape 88"/>
          <p:cNvSpPr/>
          <p:nvPr/>
        </p:nvSpPr>
        <p:spPr>
          <a:xfrm>
            <a:off x="4892040" y="4828032"/>
            <a:ext cx="109728" cy="109728"/>
          </a:xfrm>
          <a:prstGeom prst="ellipse">
            <a:avLst/>
          </a:prstGeom>
          <a:solidFill>
            <a:srgbClr val="8A9A9D"/>
          </a:solidFill>
          <a:ln w="12700">
            <a:solidFill>
              <a:srgbClr val="8A9A9D"/>
            </a:solidFill>
            <a:prstDash val="solid"/>
          </a:ln>
        </p:spPr>
      </p:sp>
      <p:sp>
        <p:nvSpPr>
          <p:cNvPr id="92" name="Shape 89"/>
          <p:cNvSpPr/>
          <p:nvPr/>
        </p:nvSpPr>
        <p:spPr>
          <a:xfrm>
            <a:off x="5074920" y="4828032"/>
            <a:ext cx="109728" cy="109728"/>
          </a:xfrm>
          <a:prstGeom prst="ellipse">
            <a:avLst/>
          </a:prstGeom>
          <a:solidFill>
            <a:srgbClr val="8A9A9D"/>
          </a:solidFill>
          <a:ln w="12700">
            <a:solidFill>
              <a:srgbClr val="8A9A9D"/>
            </a:solidFill>
            <a:prstDash val="solid"/>
          </a:ln>
        </p:spPr>
      </p:sp>
      <p:sp>
        <p:nvSpPr>
          <p:cNvPr id="93" name="Shape 90"/>
          <p:cNvSpPr/>
          <p:nvPr/>
        </p:nvSpPr>
        <p:spPr>
          <a:xfrm>
            <a:off x="5257800" y="4828032"/>
            <a:ext cx="109728" cy="109728"/>
          </a:xfrm>
          <a:prstGeom prst="ellipse">
            <a:avLst/>
          </a:prstGeom>
          <a:solidFill>
            <a:srgbClr val="E3E0D7"/>
          </a:solidFill>
          <a:ln w="12700">
            <a:solidFill>
              <a:srgbClr val="E3E0D7"/>
            </a:solidFill>
            <a:prstDash val="solid"/>
          </a:ln>
        </p:spPr>
      </p:sp>
      <p:sp>
        <p:nvSpPr>
          <p:cNvPr id="94" name="Shape 91"/>
          <p:cNvSpPr/>
          <p:nvPr/>
        </p:nvSpPr>
        <p:spPr>
          <a:xfrm>
            <a:off x="5440680" y="4828032"/>
            <a:ext cx="109728" cy="109728"/>
          </a:xfrm>
          <a:prstGeom prst="ellipse">
            <a:avLst/>
          </a:prstGeom>
          <a:solidFill>
            <a:srgbClr val="E3E0D7"/>
          </a:solidFill>
          <a:ln w="12700">
            <a:solidFill>
              <a:srgbClr val="E3E0D7"/>
            </a:solidFill>
            <a:prstDash val="solid"/>
          </a:ln>
        </p:spPr>
      </p:sp>
      <p:sp>
        <p:nvSpPr>
          <p:cNvPr id="95" name="Shape 92"/>
          <p:cNvSpPr/>
          <p:nvPr/>
        </p:nvSpPr>
        <p:spPr>
          <a:xfrm>
            <a:off x="5623560" y="4828032"/>
            <a:ext cx="109728" cy="109728"/>
          </a:xfrm>
          <a:prstGeom prst="ellipse">
            <a:avLst/>
          </a:prstGeom>
          <a:solidFill>
            <a:srgbClr val="E3E0D7"/>
          </a:solidFill>
          <a:ln w="12700">
            <a:solidFill>
              <a:srgbClr val="E3E0D7"/>
            </a:solidFill>
            <a:prstDash val="solid"/>
          </a:ln>
        </p:spPr>
      </p:sp>
      <p:sp>
        <p:nvSpPr>
          <p:cNvPr id="96" name="Text 93"/>
          <p:cNvSpPr txBox="1"/>
          <p:nvPr/>
        </p:nvSpPr>
        <p:spPr>
          <a:xfrm>
            <a:off x="6995160" y="47274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5</a:t>
            </a:r>
            <a:endParaRPr lang="en-US" sz="1800" dirty="0"/>
          </a:p>
        </p:txBody>
      </p:sp>
      <p:sp>
        <p:nvSpPr>
          <p:cNvPr id="97" name="Shape 94"/>
          <p:cNvSpPr/>
          <p:nvPr/>
        </p:nvSpPr>
        <p:spPr>
          <a:xfrm>
            <a:off x="7452360" y="4828032"/>
            <a:ext cx="109728" cy="109728"/>
          </a:xfrm>
          <a:prstGeom prst="ellipse">
            <a:avLst/>
          </a:prstGeom>
          <a:solidFill>
            <a:srgbClr val="8A9A9D"/>
          </a:solidFill>
          <a:ln w="12700">
            <a:solidFill>
              <a:srgbClr val="8A9A9D"/>
            </a:solidFill>
            <a:prstDash val="solid"/>
          </a:ln>
        </p:spPr>
      </p:sp>
      <p:sp>
        <p:nvSpPr>
          <p:cNvPr id="98" name="Shape 95"/>
          <p:cNvSpPr/>
          <p:nvPr/>
        </p:nvSpPr>
        <p:spPr>
          <a:xfrm>
            <a:off x="7635240" y="4828032"/>
            <a:ext cx="109728" cy="109728"/>
          </a:xfrm>
          <a:prstGeom prst="ellipse">
            <a:avLst/>
          </a:prstGeom>
          <a:solidFill>
            <a:srgbClr val="8A9A9D"/>
          </a:solidFill>
          <a:ln w="12700">
            <a:solidFill>
              <a:srgbClr val="8A9A9D"/>
            </a:solidFill>
            <a:prstDash val="solid"/>
          </a:ln>
        </p:spPr>
      </p:sp>
      <p:sp>
        <p:nvSpPr>
          <p:cNvPr id="99" name="Shape 96"/>
          <p:cNvSpPr/>
          <p:nvPr/>
        </p:nvSpPr>
        <p:spPr>
          <a:xfrm>
            <a:off x="7818120" y="4828032"/>
            <a:ext cx="109728" cy="109728"/>
          </a:xfrm>
          <a:prstGeom prst="ellipse">
            <a:avLst/>
          </a:prstGeom>
          <a:solidFill>
            <a:srgbClr val="8A9A9D"/>
          </a:solidFill>
          <a:ln w="12700">
            <a:solidFill>
              <a:srgbClr val="8A9A9D"/>
            </a:solidFill>
            <a:prstDash val="solid"/>
          </a:ln>
        </p:spPr>
      </p:sp>
      <p:sp>
        <p:nvSpPr>
          <p:cNvPr id="100" name="Shape 97"/>
          <p:cNvSpPr/>
          <p:nvPr/>
        </p:nvSpPr>
        <p:spPr>
          <a:xfrm>
            <a:off x="8001000" y="4828032"/>
            <a:ext cx="109728" cy="109728"/>
          </a:xfrm>
          <a:prstGeom prst="ellipse">
            <a:avLst/>
          </a:prstGeom>
          <a:solidFill>
            <a:srgbClr val="8A9A9D"/>
          </a:solidFill>
          <a:ln w="12700">
            <a:solidFill>
              <a:srgbClr val="8A9A9D"/>
            </a:solidFill>
            <a:prstDash val="solid"/>
          </a:ln>
        </p:spPr>
      </p:sp>
      <p:sp>
        <p:nvSpPr>
          <p:cNvPr id="101" name="Shape 98"/>
          <p:cNvSpPr/>
          <p:nvPr/>
        </p:nvSpPr>
        <p:spPr>
          <a:xfrm>
            <a:off x="8183880" y="4828032"/>
            <a:ext cx="109728" cy="109728"/>
          </a:xfrm>
          <a:prstGeom prst="ellipse">
            <a:avLst/>
          </a:prstGeom>
          <a:solidFill>
            <a:srgbClr val="8A9A9D"/>
          </a:solidFill>
          <a:ln w="12700">
            <a:solidFill>
              <a:srgbClr val="8A9A9D"/>
            </a:solidFill>
            <a:prstDash val="solid"/>
          </a:ln>
        </p:spPr>
      </p:sp>
      <p:sp>
        <p:nvSpPr>
          <p:cNvPr id="102" name="Text 99"/>
          <p:cNvSpPr txBox="1"/>
          <p:nvPr/>
        </p:nvSpPr>
        <p:spPr>
          <a:xfrm>
            <a:off x="9555480" y="47274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4</a:t>
            </a:r>
            <a:endParaRPr lang="en-US" sz="1800" dirty="0"/>
          </a:p>
        </p:txBody>
      </p:sp>
      <p:sp>
        <p:nvSpPr>
          <p:cNvPr id="103" name="Shape 100"/>
          <p:cNvSpPr/>
          <p:nvPr/>
        </p:nvSpPr>
        <p:spPr>
          <a:xfrm>
            <a:off x="10012680" y="4828032"/>
            <a:ext cx="109728" cy="109728"/>
          </a:xfrm>
          <a:prstGeom prst="ellipse">
            <a:avLst/>
          </a:prstGeom>
          <a:solidFill>
            <a:srgbClr val="8A9A9D"/>
          </a:solidFill>
          <a:ln w="12700">
            <a:solidFill>
              <a:srgbClr val="8A9A9D"/>
            </a:solidFill>
            <a:prstDash val="solid"/>
          </a:ln>
        </p:spPr>
      </p:sp>
      <p:sp>
        <p:nvSpPr>
          <p:cNvPr id="104" name="Shape 101"/>
          <p:cNvSpPr/>
          <p:nvPr/>
        </p:nvSpPr>
        <p:spPr>
          <a:xfrm>
            <a:off x="10195560" y="4828032"/>
            <a:ext cx="109728" cy="109728"/>
          </a:xfrm>
          <a:prstGeom prst="ellipse">
            <a:avLst/>
          </a:prstGeom>
          <a:solidFill>
            <a:srgbClr val="8A9A9D"/>
          </a:solidFill>
          <a:ln w="12700">
            <a:solidFill>
              <a:srgbClr val="8A9A9D"/>
            </a:solidFill>
            <a:prstDash val="solid"/>
          </a:ln>
        </p:spPr>
      </p:sp>
      <p:sp>
        <p:nvSpPr>
          <p:cNvPr id="105" name="Shape 102"/>
          <p:cNvSpPr/>
          <p:nvPr/>
        </p:nvSpPr>
        <p:spPr>
          <a:xfrm>
            <a:off x="10378440" y="4828032"/>
            <a:ext cx="109728" cy="109728"/>
          </a:xfrm>
          <a:prstGeom prst="ellipse">
            <a:avLst/>
          </a:prstGeom>
          <a:solidFill>
            <a:srgbClr val="8A9A9D"/>
          </a:solidFill>
          <a:ln w="12700">
            <a:solidFill>
              <a:srgbClr val="8A9A9D"/>
            </a:solidFill>
            <a:prstDash val="solid"/>
          </a:ln>
        </p:spPr>
      </p:sp>
      <p:sp>
        <p:nvSpPr>
          <p:cNvPr id="106" name="Shape 103"/>
          <p:cNvSpPr/>
          <p:nvPr/>
        </p:nvSpPr>
        <p:spPr>
          <a:xfrm>
            <a:off x="10561320" y="4828032"/>
            <a:ext cx="109728" cy="109728"/>
          </a:xfrm>
          <a:prstGeom prst="ellipse">
            <a:avLst/>
          </a:prstGeom>
          <a:solidFill>
            <a:srgbClr val="8A9A9D"/>
          </a:solidFill>
          <a:ln w="12700">
            <a:solidFill>
              <a:srgbClr val="8A9A9D"/>
            </a:solidFill>
            <a:prstDash val="solid"/>
          </a:ln>
        </p:spPr>
      </p:sp>
      <p:sp>
        <p:nvSpPr>
          <p:cNvPr id="107" name="Shape 104"/>
          <p:cNvSpPr/>
          <p:nvPr/>
        </p:nvSpPr>
        <p:spPr>
          <a:xfrm>
            <a:off x="10744200" y="4828032"/>
            <a:ext cx="109728" cy="109728"/>
          </a:xfrm>
          <a:prstGeom prst="ellipse">
            <a:avLst/>
          </a:prstGeom>
          <a:solidFill>
            <a:srgbClr val="E3E0D7"/>
          </a:solidFill>
          <a:ln w="12700">
            <a:solidFill>
              <a:srgbClr val="E3E0D7"/>
            </a:solidFill>
            <a:prstDash val="solid"/>
          </a:ln>
        </p:spPr>
      </p:sp>
      <p:sp>
        <p:nvSpPr>
          <p:cNvPr id="108" name="Text 105"/>
          <p:cNvSpPr txBox="1"/>
          <p:nvPr/>
        </p:nvSpPr>
        <p:spPr>
          <a:xfrm>
            <a:off x="12115800" y="4727448"/>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4</a:t>
            </a:r>
            <a:endParaRPr lang="en-US" sz="1800" dirty="0"/>
          </a:p>
        </p:txBody>
      </p:sp>
      <p:sp>
        <p:nvSpPr>
          <p:cNvPr id="109" name="Shape 106"/>
          <p:cNvSpPr/>
          <p:nvPr/>
        </p:nvSpPr>
        <p:spPr>
          <a:xfrm>
            <a:off x="12573000" y="4828032"/>
            <a:ext cx="109728" cy="109728"/>
          </a:xfrm>
          <a:prstGeom prst="ellipse">
            <a:avLst/>
          </a:prstGeom>
          <a:solidFill>
            <a:srgbClr val="8A9A9D"/>
          </a:solidFill>
          <a:ln w="12700">
            <a:solidFill>
              <a:srgbClr val="8A9A9D"/>
            </a:solidFill>
            <a:prstDash val="solid"/>
          </a:ln>
        </p:spPr>
      </p:sp>
      <p:sp>
        <p:nvSpPr>
          <p:cNvPr id="110" name="Shape 107"/>
          <p:cNvSpPr/>
          <p:nvPr/>
        </p:nvSpPr>
        <p:spPr>
          <a:xfrm>
            <a:off x="12755880" y="4828032"/>
            <a:ext cx="109728" cy="109728"/>
          </a:xfrm>
          <a:prstGeom prst="ellipse">
            <a:avLst/>
          </a:prstGeom>
          <a:solidFill>
            <a:srgbClr val="8A9A9D"/>
          </a:solidFill>
          <a:ln w="12700">
            <a:solidFill>
              <a:srgbClr val="8A9A9D"/>
            </a:solidFill>
            <a:prstDash val="solid"/>
          </a:ln>
        </p:spPr>
      </p:sp>
      <p:sp>
        <p:nvSpPr>
          <p:cNvPr id="111" name="Shape 108"/>
          <p:cNvSpPr/>
          <p:nvPr/>
        </p:nvSpPr>
        <p:spPr>
          <a:xfrm>
            <a:off x="12938760" y="4828032"/>
            <a:ext cx="109728" cy="109728"/>
          </a:xfrm>
          <a:prstGeom prst="ellipse">
            <a:avLst/>
          </a:prstGeom>
          <a:solidFill>
            <a:srgbClr val="8A9A9D"/>
          </a:solidFill>
          <a:ln w="12700">
            <a:solidFill>
              <a:srgbClr val="8A9A9D"/>
            </a:solidFill>
            <a:prstDash val="solid"/>
          </a:ln>
        </p:spPr>
      </p:sp>
      <p:sp>
        <p:nvSpPr>
          <p:cNvPr id="112" name="Shape 109"/>
          <p:cNvSpPr/>
          <p:nvPr/>
        </p:nvSpPr>
        <p:spPr>
          <a:xfrm>
            <a:off x="13121640" y="4828032"/>
            <a:ext cx="109728" cy="109728"/>
          </a:xfrm>
          <a:prstGeom prst="ellipse">
            <a:avLst/>
          </a:prstGeom>
          <a:solidFill>
            <a:srgbClr val="8A9A9D"/>
          </a:solidFill>
          <a:ln w="12700">
            <a:solidFill>
              <a:srgbClr val="8A9A9D"/>
            </a:solidFill>
            <a:prstDash val="solid"/>
          </a:ln>
        </p:spPr>
      </p:sp>
      <p:sp>
        <p:nvSpPr>
          <p:cNvPr id="113" name="Shape 110"/>
          <p:cNvSpPr/>
          <p:nvPr/>
        </p:nvSpPr>
        <p:spPr>
          <a:xfrm>
            <a:off x="13304520" y="4828032"/>
            <a:ext cx="109728" cy="109728"/>
          </a:xfrm>
          <a:prstGeom prst="ellipse">
            <a:avLst/>
          </a:prstGeom>
          <a:solidFill>
            <a:srgbClr val="E3E0D7"/>
          </a:solidFill>
          <a:ln w="12700">
            <a:solidFill>
              <a:srgbClr val="E3E0D7"/>
            </a:solidFill>
            <a:prstDash val="solid"/>
          </a:ln>
        </p:spPr>
      </p:sp>
      <p:sp>
        <p:nvSpPr>
          <p:cNvPr id="114" name="Text 111"/>
          <p:cNvSpPr txBox="1"/>
          <p:nvPr/>
        </p:nvSpPr>
        <p:spPr>
          <a:xfrm>
            <a:off x="14676120" y="4718304"/>
            <a:ext cx="548640" cy="329184"/>
          </a:xfrm>
          <a:prstGeom prst="rect">
            <a:avLst/>
          </a:prstGeom>
          <a:noFill/>
          <a:ln/>
        </p:spPr>
        <p:txBody>
          <a:bodyPr wrap="square" lIns="0" tIns="0" rIns="0" bIns="0" rtlCol="0" anchor="t"/>
          <a:lstStyle/>
          <a:p>
            <a:pPr indent="0" marL="0">
              <a:buNone/>
            </a:pPr>
            <a:r>
              <a:rPr lang="en-US" sz="2000" dirty="0">
                <a:solidFill>
                  <a:srgbClr val="55676B"/>
                </a:solidFill>
                <a:latin typeface="Geist Medium" pitchFamily="34" charset="0"/>
                <a:ea typeface="Geist Medium" pitchFamily="34" charset="-122"/>
                <a:cs typeface="Geist Medium" pitchFamily="34" charset="-120"/>
              </a:rPr>
              <a:t>15</a:t>
            </a:r>
            <a:endParaRPr lang="en-US" sz="2000" dirty="0"/>
          </a:p>
        </p:txBody>
      </p:sp>
      <p:sp>
        <p:nvSpPr>
          <p:cNvPr id="115" name="Shape 112"/>
          <p:cNvSpPr/>
          <p:nvPr/>
        </p:nvSpPr>
        <p:spPr>
          <a:xfrm>
            <a:off x="15361920" y="4846320"/>
            <a:ext cx="1508760" cy="82296"/>
          </a:xfrm>
          <a:prstGeom prst="roundRect">
            <a:avLst>
              <a:gd name="adj" fmla="val 44444"/>
            </a:avLst>
          </a:prstGeom>
          <a:solidFill>
            <a:srgbClr val="E3E0D7"/>
          </a:solidFill>
          <a:ln w="12700">
            <a:solidFill>
              <a:srgbClr val="E3E0D7"/>
            </a:solidFill>
            <a:prstDash val="solid"/>
          </a:ln>
        </p:spPr>
      </p:sp>
      <p:sp>
        <p:nvSpPr>
          <p:cNvPr id="116" name="Shape 113"/>
          <p:cNvSpPr/>
          <p:nvPr/>
        </p:nvSpPr>
        <p:spPr>
          <a:xfrm>
            <a:off x="15361920" y="4846320"/>
            <a:ext cx="1131570" cy="82296"/>
          </a:xfrm>
          <a:prstGeom prst="roundRect">
            <a:avLst>
              <a:gd name="adj" fmla="val 44444"/>
            </a:avLst>
          </a:prstGeom>
          <a:solidFill>
            <a:srgbClr val="CFD6D3"/>
          </a:solidFill>
          <a:ln w="12700">
            <a:solidFill>
              <a:srgbClr val="CFD6D3"/>
            </a:solidFill>
            <a:prstDash val="solid"/>
          </a:ln>
        </p:spPr>
      </p:sp>
      <p:sp>
        <p:nvSpPr>
          <p:cNvPr id="117" name="Shape 114"/>
          <p:cNvSpPr/>
          <p:nvPr/>
        </p:nvSpPr>
        <p:spPr>
          <a:xfrm>
            <a:off x="1143000" y="5129784"/>
            <a:ext cx="16002000" cy="420624"/>
          </a:xfrm>
          <a:prstGeom prst="roundRect">
            <a:avLst>
              <a:gd name="adj" fmla="val 21739"/>
            </a:avLst>
          </a:prstGeom>
          <a:solidFill>
            <a:srgbClr val="FCFBF8"/>
          </a:solidFill>
          <a:ln w="9525">
            <a:solidFill>
              <a:srgbClr val="E3E0D7"/>
            </a:solidFill>
            <a:prstDash val="solid"/>
          </a:ln>
        </p:spPr>
      </p:sp>
      <p:sp>
        <p:nvSpPr>
          <p:cNvPr id="118" name="Shape 115"/>
          <p:cNvSpPr/>
          <p:nvPr/>
        </p:nvSpPr>
        <p:spPr>
          <a:xfrm>
            <a:off x="4297680" y="5129784"/>
            <a:ext cx="2331720" cy="420624"/>
          </a:xfrm>
          <a:prstGeom prst="rect">
            <a:avLst/>
          </a:prstGeom>
          <a:solidFill>
            <a:srgbClr val="E7EDEC"/>
          </a:solidFill>
          <a:ln w="12700">
            <a:solidFill>
              <a:srgbClr val="E7EDEC"/>
            </a:solidFill>
            <a:prstDash val="solid"/>
          </a:ln>
        </p:spPr>
      </p:sp>
      <p:sp>
        <p:nvSpPr>
          <p:cNvPr id="119" name="Text 116"/>
          <p:cNvSpPr txBox="1"/>
          <p:nvPr/>
        </p:nvSpPr>
        <p:spPr>
          <a:xfrm>
            <a:off x="1417320" y="5230368"/>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4.</a:t>
            </a:r>
            <a:endParaRPr lang="en-US" sz="1500" dirty="0"/>
          </a:p>
        </p:txBody>
      </p:sp>
      <p:sp>
        <p:nvSpPr>
          <p:cNvPr id="120" name="Text 117"/>
          <p:cNvSpPr txBox="1"/>
          <p:nvPr/>
        </p:nvSpPr>
        <p:spPr>
          <a:xfrm>
            <a:off x="1828800" y="5212080"/>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Belgium</a:t>
            </a:r>
            <a:endParaRPr lang="en-US" sz="1700" dirty="0"/>
          </a:p>
        </p:txBody>
      </p:sp>
      <p:sp>
        <p:nvSpPr>
          <p:cNvPr id="121" name="Text 118"/>
          <p:cNvSpPr txBox="1"/>
          <p:nvPr/>
        </p:nvSpPr>
        <p:spPr>
          <a:xfrm>
            <a:off x="4434840" y="52029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122" name="Shape 119"/>
          <p:cNvSpPr/>
          <p:nvPr/>
        </p:nvSpPr>
        <p:spPr>
          <a:xfrm>
            <a:off x="4892040" y="5303520"/>
            <a:ext cx="109728" cy="109728"/>
          </a:xfrm>
          <a:prstGeom prst="ellipse">
            <a:avLst/>
          </a:prstGeom>
          <a:solidFill>
            <a:srgbClr val="1C2B2F"/>
          </a:solidFill>
          <a:ln w="12700">
            <a:solidFill>
              <a:srgbClr val="1C2B2F"/>
            </a:solidFill>
            <a:prstDash val="solid"/>
          </a:ln>
        </p:spPr>
      </p:sp>
      <p:sp>
        <p:nvSpPr>
          <p:cNvPr id="123" name="Shape 120"/>
          <p:cNvSpPr/>
          <p:nvPr/>
        </p:nvSpPr>
        <p:spPr>
          <a:xfrm>
            <a:off x="5074920" y="5303520"/>
            <a:ext cx="109728" cy="109728"/>
          </a:xfrm>
          <a:prstGeom prst="ellipse">
            <a:avLst/>
          </a:prstGeom>
          <a:solidFill>
            <a:srgbClr val="1C2B2F"/>
          </a:solidFill>
          <a:ln w="12700">
            <a:solidFill>
              <a:srgbClr val="1C2B2F"/>
            </a:solidFill>
            <a:prstDash val="solid"/>
          </a:ln>
        </p:spPr>
      </p:sp>
      <p:sp>
        <p:nvSpPr>
          <p:cNvPr id="124" name="Shape 121"/>
          <p:cNvSpPr/>
          <p:nvPr/>
        </p:nvSpPr>
        <p:spPr>
          <a:xfrm>
            <a:off x="5257800" y="5303520"/>
            <a:ext cx="109728" cy="109728"/>
          </a:xfrm>
          <a:prstGeom prst="ellipse">
            <a:avLst/>
          </a:prstGeom>
          <a:solidFill>
            <a:srgbClr val="1C2B2F"/>
          </a:solidFill>
          <a:ln w="12700">
            <a:solidFill>
              <a:srgbClr val="1C2B2F"/>
            </a:solidFill>
            <a:prstDash val="solid"/>
          </a:ln>
        </p:spPr>
      </p:sp>
      <p:sp>
        <p:nvSpPr>
          <p:cNvPr id="125" name="Shape 122"/>
          <p:cNvSpPr/>
          <p:nvPr/>
        </p:nvSpPr>
        <p:spPr>
          <a:xfrm>
            <a:off x="5440680" y="5303520"/>
            <a:ext cx="109728" cy="109728"/>
          </a:xfrm>
          <a:prstGeom prst="ellipse">
            <a:avLst/>
          </a:prstGeom>
          <a:solidFill>
            <a:srgbClr val="1C2B2F"/>
          </a:solidFill>
          <a:ln w="12700">
            <a:solidFill>
              <a:srgbClr val="1C2B2F"/>
            </a:solidFill>
            <a:prstDash val="solid"/>
          </a:ln>
        </p:spPr>
      </p:sp>
      <p:sp>
        <p:nvSpPr>
          <p:cNvPr id="126" name="Shape 123"/>
          <p:cNvSpPr/>
          <p:nvPr/>
        </p:nvSpPr>
        <p:spPr>
          <a:xfrm>
            <a:off x="5623560" y="5303520"/>
            <a:ext cx="109728" cy="109728"/>
          </a:xfrm>
          <a:prstGeom prst="ellipse">
            <a:avLst/>
          </a:prstGeom>
          <a:solidFill>
            <a:srgbClr val="1C2B2F"/>
          </a:solidFill>
          <a:ln w="12700">
            <a:solidFill>
              <a:srgbClr val="1C2B2F"/>
            </a:solidFill>
            <a:prstDash val="solid"/>
          </a:ln>
        </p:spPr>
      </p:sp>
      <p:sp>
        <p:nvSpPr>
          <p:cNvPr id="127" name="Text 124"/>
          <p:cNvSpPr txBox="1"/>
          <p:nvPr/>
        </p:nvSpPr>
        <p:spPr>
          <a:xfrm>
            <a:off x="6995160" y="52029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28" name="Shape 125"/>
          <p:cNvSpPr/>
          <p:nvPr/>
        </p:nvSpPr>
        <p:spPr>
          <a:xfrm>
            <a:off x="7452360" y="5303520"/>
            <a:ext cx="109728" cy="109728"/>
          </a:xfrm>
          <a:prstGeom prst="ellipse">
            <a:avLst/>
          </a:prstGeom>
          <a:solidFill>
            <a:srgbClr val="1C2B2F"/>
          </a:solidFill>
          <a:ln w="12700">
            <a:solidFill>
              <a:srgbClr val="1C2B2F"/>
            </a:solidFill>
            <a:prstDash val="solid"/>
          </a:ln>
        </p:spPr>
      </p:sp>
      <p:sp>
        <p:nvSpPr>
          <p:cNvPr id="129" name="Shape 126"/>
          <p:cNvSpPr/>
          <p:nvPr/>
        </p:nvSpPr>
        <p:spPr>
          <a:xfrm>
            <a:off x="7635240" y="5303520"/>
            <a:ext cx="109728" cy="109728"/>
          </a:xfrm>
          <a:prstGeom prst="ellipse">
            <a:avLst/>
          </a:prstGeom>
          <a:solidFill>
            <a:srgbClr val="1C2B2F"/>
          </a:solidFill>
          <a:ln w="12700">
            <a:solidFill>
              <a:srgbClr val="1C2B2F"/>
            </a:solidFill>
            <a:prstDash val="solid"/>
          </a:ln>
        </p:spPr>
      </p:sp>
      <p:sp>
        <p:nvSpPr>
          <p:cNvPr id="130" name="Shape 127"/>
          <p:cNvSpPr/>
          <p:nvPr/>
        </p:nvSpPr>
        <p:spPr>
          <a:xfrm>
            <a:off x="7818120" y="5303520"/>
            <a:ext cx="109728" cy="109728"/>
          </a:xfrm>
          <a:prstGeom prst="ellipse">
            <a:avLst/>
          </a:prstGeom>
          <a:solidFill>
            <a:srgbClr val="1C2B2F"/>
          </a:solidFill>
          <a:ln w="12700">
            <a:solidFill>
              <a:srgbClr val="1C2B2F"/>
            </a:solidFill>
            <a:prstDash val="solid"/>
          </a:ln>
        </p:spPr>
      </p:sp>
      <p:sp>
        <p:nvSpPr>
          <p:cNvPr id="131" name="Shape 128"/>
          <p:cNvSpPr/>
          <p:nvPr/>
        </p:nvSpPr>
        <p:spPr>
          <a:xfrm>
            <a:off x="8001000" y="5303520"/>
            <a:ext cx="109728" cy="109728"/>
          </a:xfrm>
          <a:prstGeom prst="ellipse">
            <a:avLst/>
          </a:prstGeom>
          <a:solidFill>
            <a:srgbClr val="E3E0D7"/>
          </a:solidFill>
          <a:ln w="12700">
            <a:solidFill>
              <a:srgbClr val="E3E0D7"/>
            </a:solidFill>
            <a:prstDash val="solid"/>
          </a:ln>
        </p:spPr>
      </p:sp>
      <p:sp>
        <p:nvSpPr>
          <p:cNvPr id="132" name="Shape 129"/>
          <p:cNvSpPr/>
          <p:nvPr/>
        </p:nvSpPr>
        <p:spPr>
          <a:xfrm>
            <a:off x="8183880" y="5303520"/>
            <a:ext cx="109728" cy="109728"/>
          </a:xfrm>
          <a:prstGeom prst="ellipse">
            <a:avLst/>
          </a:prstGeom>
          <a:solidFill>
            <a:srgbClr val="E3E0D7"/>
          </a:solidFill>
          <a:ln w="12700">
            <a:solidFill>
              <a:srgbClr val="E3E0D7"/>
            </a:solidFill>
            <a:prstDash val="solid"/>
          </a:ln>
        </p:spPr>
      </p:sp>
      <p:sp>
        <p:nvSpPr>
          <p:cNvPr id="133" name="Text 130"/>
          <p:cNvSpPr txBox="1"/>
          <p:nvPr/>
        </p:nvSpPr>
        <p:spPr>
          <a:xfrm>
            <a:off x="9555480" y="52029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34" name="Shape 131"/>
          <p:cNvSpPr/>
          <p:nvPr/>
        </p:nvSpPr>
        <p:spPr>
          <a:xfrm>
            <a:off x="10012680" y="5303520"/>
            <a:ext cx="109728" cy="109728"/>
          </a:xfrm>
          <a:prstGeom prst="ellipse">
            <a:avLst/>
          </a:prstGeom>
          <a:solidFill>
            <a:srgbClr val="1C2B2F"/>
          </a:solidFill>
          <a:ln w="12700">
            <a:solidFill>
              <a:srgbClr val="1C2B2F"/>
            </a:solidFill>
            <a:prstDash val="solid"/>
          </a:ln>
        </p:spPr>
      </p:sp>
      <p:sp>
        <p:nvSpPr>
          <p:cNvPr id="135" name="Shape 132"/>
          <p:cNvSpPr/>
          <p:nvPr/>
        </p:nvSpPr>
        <p:spPr>
          <a:xfrm>
            <a:off x="10195560" y="5303520"/>
            <a:ext cx="109728" cy="109728"/>
          </a:xfrm>
          <a:prstGeom prst="ellipse">
            <a:avLst/>
          </a:prstGeom>
          <a:solidFill>
            <a:srgbClr val="1C2B2F"/>
          </a:solidFill>
          <a:ln w="12700">
            <a:solidFill>
              <a:srgbClr val="1C2B2F"/>
            </a:solidFill>
            <a:prstDash val="solid"/>
          </a:ln>
        </p:spPr>
      </p:sp>
      <p:sp>
        <p:nvSpPr>
          <p:cNvPr id="136" name="Shape 133"/>
          <p:cNvSpPr/>
          <p:nvPr/>
        </p:nvSpPr>
        <p:spPr>
          <a:xfrm>
            <a:off x="10378440" y="5303520"/>
            <a:ext cx="109728" cy="109728"/>
          </a:xfrm>
          <a:prstGeom prst="ellipse">
            <a:avLst/>
          </a:prstGeom>
          <a:solidFill>
            <a:srgbClr val="1C2B2F"/>
          </a:solidFill>
          <a:ln w="12700">
            <a:solidFill>
              <a:srgbClr val="1C2B2F"/>
            </a:solidFill>
            <a:prstDash val="solid"/>
          </a:ln>
        </p:spPr>
      </p:sp>
      <p:sp>
        <p:nvSpPr>
          <p:cNvPr id="137" name="Shape 134"/>
          <p:cNvSpPr/>
          <p:nvPr/>
        </p:nvSpPr>
        <p:spPr>
          <a:xfrm>
            <a:off x="10561320" y="5303520"/>
            <a:ext cx="109728" cy="109728"/>
          </a:xfrm>
          <a:prstGeom prst="ellipse">
            <a:avLst/>
          </a:prstGeom>
          <a:solidFill>
            <a:srgbClr val="E3E0D7"/>
          </a:solidFill>
          <a:ln w="12700">
            <a:solidFill>
              <a:srgbClr val="E3E0D7"/>
            </a:solidFill>
            <a:prstDash val="solid"/>
          </a:ln>
        </p:spPr>
      </p:sp>
      <p:sp>
        <p:nvSpPr>
          <p:cNvPr id="138" name="Shape 135"/>
          <p:cNvSpPr/>
          <p:nvPr/>
        </p:nvSpPr>
        <p:spPr>
          <a:xfrm>
            <a:off x="10744200" y="5303520"/>
            <a:ext cx="109728" cy="109728"/>
          </a:xfrm>
          <a:prstGeom prst="ellipse">
            <a:avLst/>
          </a:prstGeom>
          <a:solidFill>
            <a:srgbClr val="E3E0D7"/>
          </a:solidFill>
          <a:ln w="12700">
            <a:solidFill>
              <a:srgbClr val="E3E0D7"/>
            </a:solidFill>
            <a:prstDash val="solid"/>
          </a:ln>
        </p:spPr>
      </p:sp>
      <p:sp>
        <p:nvSpPr>
          <p:cNvPr id="139" name="Text 136"/>
          <p:cNvSpPr txBox="1"/>
          <p:nvPr/>
        </p:nvSpPr>
        <p:spPr>
          <a:xfrm>
            <a:off x="12115800" y="520293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40" name="Shape 137"/>
          <p:cNvSpPr/>
          <p:nvPr/>
        </p:nvSpPr>
        <p:spPr>
          <a:xfrm>
            <a:off x="12573000" y="5303520"/>
            <a:ext cx="109728" cy="109728"/>
          </a:xfrm>
          <a:prstGeom prst="ellipse">
            <a:avLst/>
          </a:prstGeom>
          <a:solidFill>
            <a:srgbClr val="1C2B2F"/>
          </a:solidFill>
          <a:ln w="12700">
            <a:solidFill>
              <a:srgbClr val="1C2B2F"/>
            </a:solidFill>
            <a:prstDash val="solid"/>
          </a:ln>
        </p:spPr>
      </p:sp>
      <p:sp>
        <p:nvSpPr>
          <p:cNvPr id="141" name="Shape 138"/>
          <p:cNvSpPr/>
          <p:nvPr/>
        </p:nvSpPr>
        <p:spPr>
          <a:xfrm>
            <a:off x="12755880" y="5303520"/>
            <a:ext cx="109728" cy="109728"/>
          </a:xfrm>
          <a:prstGeom prst="ellipse">
            <a:avLst/>
          </a:prstGeom>
          <a:solidFill>
            <a:srgbClr val="1C2B2F"/>
          </a:solidFill>
          <a:ln w="12700">
            <a:solidFill>
              <a:srgbClr val="1C2B2F"/>
            </a:solidFill>
            <a:prstDash val="solid"/>
          </a:ln>
        </p:spPr>
      </p:sp>
      <p:sp>
        <p:nvSpPr>
          <p:cNvPr id="142" name="Shape 139"/>
          <p:cNvSpPr/>
          <p:nvPr/>
        </p:nvSpPr>
        <p:spPr>
          <a:xfrm>
            <a:off x="12938760" y="5303520"/>
            <a:ext cx="109728" cy="109728"/>
          </a:xfrm>
          <a:prstGeom prst="ellipse">
            <a:avLst/>
          </a:prstGeom>
          <a:solidFill>
            <a:srgbClr val="1C2B2F"/>
          </a:solidFill>
          <a:ln w="12700">
            <a:solidFill>
              <a:srgbClr val="1C2B2F"/>
            </a:solidFill>
            <a:prstDash val="solid"/>
          </a:ln>
        </p:spPr>
      </p:sp>
      <p:sp>
        <p:nvSpPr>
          <p:cNvPr id="143" name="Shape 140"/>
          <p:cNvSpPr/>
          <p:nvPr/>
        </p:nvSpPr>
        <p:spPr>
          <a:xfrm>
            <a:off x="13121640" y="5303520"/>
            <a:ext cx="109728" cy="109728"/>
          </a:xfrm>
          <a:prstGeom prst="ellipse">
            <a:avLst/>
          </a:prstGeom>
          <a:solidFill>
            <a:srgbClr val="E3E0D7"/>
          </a:solidFill>
          <a:ln w="12700">
            <a:solidFill>
              <a:srgbClr val="E3E0D7"/>
            </a:solidFill>
            <a:prstDash val="solid"/>
          </a:ln>
        </p:spPr>
      </p:sp>
      <p:sp>
        <p:nvSpPr>
          <p:cNvPr id="144" name="Shape 141"/>
          <p:cNvSpPr/>
          <p:nvPr/>
        </p:nvSpPr>
        <p:spPr>
          <a:xfrm>
            <a:off x="13304520" y="5303520"/>
            <a:ext cx="109728" cy="109728"/>
          </a:xfrm>
          <a:prstGeom prst="ellipse">
            <a:avLst/>
          </a:prstGeom>
          <a:solidFill>
            <a:srgbClr val="E3E0D7"/>
          </a:solidFill>
          <a:ln w="12700">
            <a:solidFill>
              <a:srgbClr val="E3E0D7"/>
            </a:solidFill>
            <a:prstDash val="solid"/>
          </a:ln>
        </p:spPr>
      </p:sp>
      <p:sp>
        <p:nvSpPr>
          <p:cNvPr id="145" name="Text 142"/>
          <p:cNvSpPr txBox="1"/>
          <p:nvPr/>
        </p:nvSpPr>
        <p:spPr>
          <a:xfrm>
            <a:off x="14676120" y="5193792"/>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14</a:t>
            </a:r>
            <a:endParaRPr lang="en-US" sz="2000" dirty="0"/>
          </a:p>
        </p:txBody>
      </p:sp>
      <p:sp>
        <p:nvSpPr>
          <p:cNvPr id="146" name="Shape 143"/>
          <p:cNvSpPr/>
          <p:nvPr/>
        </p:nvSpPr>
        <p:spPr>
          <a:xfrm>
            <a:off x="15361920" y="5321808"/>
            <a:ext cx="1508760" cy="82296"/>
          </a:xfrm>
          <a:prstGeom prst="roundRect">
            <a:avLst>
              <a:gd name="adj" fmla="val 44444"/>
            </a:avLst>
          </a:prstGeom>
          <a:solidFill>
            <a:srgbClr val="E3E0D7"/>
          </a:solidFill>
          <a:ln w="12700">
            <a:solidFill>
              <a:srgbClr val="E3E0D7"/>
            </a:solidFill>
            <a:prstDash val="solid"/>
          </a:ln>
        </p:spPr>
      </p:sp>
      <p:sp>
        <p:nvSpPr>
          <p:cNvPr id="147" name="Shape 144"/>
          <p:cNvSpPr/>
          <p:nvPr/>
        </p:nvSpPr>
        <p:spPr>
          <a:xfrm>
            <a:off x="15361920" y="5321808"/>
            <a:ext cx="1056132" cy="82296"/>
          </a:xfrm>
          <a:prstGeom prst="roundRect">
            <a:avLst>
              <a:gd name="adj" fmla="val 44444"/>
            </a:avLst>
          </a:prstGeom>
          <a:solidFill>
            <a:srgbClr val="3E6670"/>
          </a:solidFill>
          <a:ln w="12700">
            <a:solidFill>
              <a:srgbClr val="3E6670"/>
            </a:solidFill>
            <a:prstDash val="solid"/>
          </a:ln>
        </p:spPr>
      </p:sp>
      <p:sp>
        <p:nvSpPr>
          <p:cNvPr id="148" name="Shape 145"/>
          <p:cNvSpPr/>
          <p:nvPr/>
        </p:nvSpPr>
        <p:spPr>
          <a:xfrm>
            <a:off x="1143000" y="5605272"/>
            <a:ext cx="16002000" cy="420624"/>
          </a:xfrm>
          <a:prstGeom prst="roundRect">
            <a:avLst>
              <a:gd name="adj" fmla="val 21739"/>
            </a:avLst>
          </a:prstGeom>
          <a:solidFill>
            <a:srgbClr val="FCFBF8"/>
          </a:solidFill>
          <a:ln w="9525">
            <a:solidFill>
              <a:srgbClr val="E3E0D7"/>
            </a:solidFill>
            <a:prstDash val="solid"/>
          </a:ln>
        </p:spPr>
      </p:sp>
      <p:sp>
        <p:nvSpPr>
          <p:cNvPr id="149" name="Shape 146"/>
          <p:cNvSpPr/>
          <p:nvPr/>
        </p:nvSpPr>
        <p:spPr>
          <a:xfrm>
            <a:off x="4297680" y="5605272"/>
            <a:ext cx="2331720" cy="420624"/>
          </a:xfrm>
          <a:prstGeom prst="rect">
            <a:avLst/>
          </a:prstGeom>
          <a:solidFill>
            <a:srgbClr val="E7EDEC"/>
          </a:solidFill>
          <a:ln w="12700">
            <a:solidFill>
              <a:srgbClr val="E7EDEC"/>
            </a:solidFill>
            <a:prstDash val="solid"/>
          </a:ln>
        </p:spPr>
      </p:sp>
      <p:sp>
        <p:nvSpPr>
          <p:cNvPr id="150" name="Text 147"/>
          <p:cNvSpPr txBox="1"/>
          <p:nvPr/>
        </p:nvSpPr>
        <p:spPr>
          <a:xfrm>
            <a:off x="1417320" y="5705856"/>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5.</a:t>
            </a:r>
            <a:endParaRPr lang="en-US" sz="1500" dirty="0"/>
          </a:p>
        </p:txBody>
      </p:sp>
      <p:sp>
        <p:nvSpPr>
          <p:cNvPr id="151" name="Text 148"/>
          <p:cNvSpPr txBox="1"/>
          <p:nvPr/>
        </p:nvSpPr>
        <p:spPr>
          <a:xfrm>
            <a:off x="1828800" y="5687568"/>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Italy</a:t>
            </a:r>
            <a:endParaRPr lang="en-US" sz="1700" dirty="0"/>
          </a:p>
        </p:txBody>
      </p:sp>
      <p:sp>
        <p:nvSpPr>
          <p:cNvPr id="152" name="Text 149"/>
          <p:cNvSpPr txBox="1"/>
          <p:nvPr/>
        </p:nvSpPr>
        <p:spPr>
          <a:xfrm>
            <a:off x="4434840" y="56784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153" name="Shape 150"/>
          <p:cNvSpPr/>
          <p:nvPr/>
        </p:nvSpPr>
        <p:spPr>
          <a:xfrm>
            <a:off x="4892040" y="5779008"/>
            <a:ext cx="109728" cy="109728"/>
          </a:xfrm>
          <a:prstGeom prst="ellipse">
            <a:avLst/>
          </a:prstGeom>
          <a:solidFill>
            <a:srgbClr val="1C2B2F"/>
          </a:solidFill>
          <a:ln w="12700">
            <a:solidFill>
              <a:srgbClr val="1C2B2F"/>
            </a:solidFill>
            <a:prstDash val="solid"/>
          </a:ln>
        </p:spPr>
      </p:sp>
      <p:sp>
        <p:nvSpPr>
          <p:cNvPr id="154" name="Shape 151"/>
          <p:cNvSpPr/>
          <p:nvPr/>
        </p:nvSpPr>
        <p:spPr>
          <a:xfrm>
            <a:off x="5074920" y="5779008"/>
            <a:ext cx="109728" cy="109728"/>
          </a:xfrm>
          <a:prstGeom prst="ellipse">
            <a:avLst/>
          </a:prstGeom>
          <a:solidFill>
            <a:srgbClr val="1C2B2F"/>
          </a:solidFill>
          <a:ln w="12700">
            <a:solidFill>
              <a:srgbClr val="1C2B2F"/>
            </a:solidFill>
            <a:prstDash val="solid"/>
          </a:ln>
        </p:spPr>
      </p:sp>
      <p:sp>
        <p:nvSpPr>
          <p:cNvPr id="155" name="Shape 152"/>
          <p:cNvSpPr/>
          <p:nvPr/>
        </p:nvSpPr>
        <p:spPr>
          <a:xfrm>
            <a:off x="5257800" y="5779008"/>
            <a:ext cx="109728" cy="109728"/>
          </a:xfrm>
          <a:prstGeom prst="ellipse">
            <a:avLst/>
          </a:prstGeom>
          <a:solidFill>
            <a:srgbClr val="1C2B2F"/>
          </a:solidFill>
          <a:ln w="12700">
            <a:solidFill>
              <a:srgbClr val="1C2B2F"/>
            </a:solidFill>
            <a:prstDash val="solid"/>
          </a:ln>
        </p:spPr>
      </p:sp>
      <p:sp>
        <p:nvSpPr>
          <p:cNvPr id="156" name="Shape 153"/>
          <p:cNvSpPr/>
          <p:nvPr/>
        </p:nvSpPr>
        <p:spPr>
          <a:xfrm>
            <a:off x="5440680" y="5779008"/>
            <a:ext cx="109728" cy="109728"/>
          </a:xfrm>
          <a:prstGeom prst="ellipse">
            <a:avLst/>
          </a:prstGeom>
          <a:solidFill>
            <a:srgbClr val="E3E0D7"/>
          </a:solidFill>
          <a:ln w="12700">
            <a:solidFill>
              <a:srgbClr val="E3E0D7"/>
            </a:solidFill>
            <a:prstDash val="solid"/>
          </a:ln>
        </p:spPr>
      </p:sp>
      <p:sp>
        <p:nvSpPr>
          <p:cNvPr id="157" name="Shape 154"/>
          <p:cNvSpPr/>
          <p:nvPr/>
        </p:nvSpPr>
        <p:spPr>
          <a:xfrm>
            <a:off x="5623560" y="5779008"/>
            <a:ext cx="109728" cy="109728"/>
          </a:xfrm>
          <a:prstGeom prst="ellipse">
            <a:avLst/>
          </a:prstGeom>
          <a:solidFill>
            <a:srgbClr val="E3E0D7"/>
          </a:solidFill>
          <a:ln w="12700">
            <a:solidFill>
              <a:srgbClr val="E3E0D7"/>
            </a:solidFill>
            <a:prstDash val="solid"/>
          </a:ln>
        </p:spPr>
      </p:sp>
      <p:sp>
        <p:nvSpPr>
          <p:cNvPr id="158" name="Text 155"/>
          <p:cNvSpPr txBox="1"/>
          <p:nvPr/>
        </p:nvSpPr>
        <p:spPr>
          <a:xfrm>
            <a:off x="6995160" y="56784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159" name="Shape 156"/>
          <p:cNvSpPr/>
          <p:nvPr/>
        </p:nvSpPr>
        <p:spPr>
          <a:xfrm>
            <a:off x="7452360" y="5779008"/>
            <a:ext cx="109728" cy="109728"/>
          </a:xfrm>
          <a:prstGeom prst="ellipse">
            <a:avLst/>
          </a:prstGeom>
          <a:solidFill>
            <a:srgbClr val="1C2B2F"/>
          </a:solidFill>
          <a:ln w="12700">
            <a:solidFill>
              <a:srgbClr val="1C2B2F"/>
            </a:solidFill>
            <a:prstDash val="solid"/>
          </a:ln>
        </p:spPr>
      </p:sp>
      <p:sp>
        <p:nvSpPr>
          <p:cNvPr id="160" name="Shape 157"/>
          <p:cNvSpPr/>
          <p:nvPr/>
        </p:nvSpPr>
        <p:spPr>
          <a:xfrm>
            <a:off x="7635240" y="5779008"/>
            <a:ext cx="109728" cy="109728"/>
          </a:xfrm>
          <a:prstGeom prst="ellipse">
            <a:avLst/>
          </a:prstGeom>
          <a:solidFill>
            <a:srgbClr val="1C2B2F"/>
          </a:solidFill>
          <a:ln w="12700">
            <a:solidFill>
              <a:srgbClr val="1C2B2F"/>
            </a:solidFill>
            <a:prstDash val="solid"/>
          </a:ln>
        </p:spPr>
      </p:sp>
      <p:sp>
        <p:nvSpPr>
          <p:cNvPr id="161" name="Shape 158"/>
          <p:cNvSpPr/>
          <p:nvPr/>
        </p:nvSpPr>
        <p:spPr>
          <a:xfrm>
            <a:off x="7818120" y="5779008"/>
            <a:ext cx="109728" cy="109728"/>
          </a:xfrm>
          <a:prstGeom prst="ellipse">
            <a:avLst/>
          </a:prstGeom>
          <a:solidFill>
            <a:srgbClr val="1C2B2F"/>
          </a:solidFill>
          <a:ln w="12700">
            <a:solidFill>
              <a:srgbClr val="1C2B2F"/>
            </a:solidFill>
            <a:prstDash val="solid"/>
          </a:ln>
        </p:spPr>
      </p:sp>
      <p:sp>
        <p:nvSpPr>
          <p:cNvPr id="162" name="Shape 159"/>
          <p:cNvSpPr/>
          <p:nvPr/>
        </p:nvSpPr>
        <p:spPr>
          <a:xfrm>
            <a:off x="8001000" y="5779008"/>
            <a:ext cx="109728" cy="109728"/>
          </a:xfrm>
          <a:prstGeom prst="ellipse">
            <a:avLst/>
          </a:prstGeom>
          <a:solidFill>
            <a:srgbClr val="1C2B2F"/>
          </a:solidFill>
          <a:ln w="12700">
            <a:solidFill>
              <a:srgbClr val="1C2B2F"/>
            </a:solidFill>
            <a:prstDash val="solid"/>
          </a:ln>
        </p:spPr>
      </p:sp>
      <p:sp>
        <p:nvSpPr>
          <p:cNvPr id="163" name="Shape 160"/>
          <p:cNvSpPr/>
          <p:nvPr/>
        </p:nvSpPr>
        <p:spPr>
          <a:xfrm>
            <a:off x="8183880" y="5779008"/>
            <a:ext cx="109728" cy="109728"/>
          </a:xfrm>
          <a:prstGeom prst="ellipse">
            <a:avLst/>
          </a:prstGeom>
          <a:solidFill>
            <a:srgbClr val="1C2B2F"/>
          </a:solidFill>
          <a:ln w="12700">
            <a:solidFill>
              <a:srgbClr val="1C2B2F"/>
            </a:solidFill>
            <a:prstDash val="solid"/>
          </a:ln>
        </p:spPr>
      </p:sp>
      <p:sp>
        <p:nvSpPr>
          <p:cNvPr id="164" name="Text 161"/>
          <p:cNvSpPr txBox="1"/>
          <p:nvPr/>
        </p:nvSpPr>
        <p:spPr>
          <a:xfrm>
            <a:off x="9555480" y="56784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165" name="Shape 162"/>
          <p:cNvSpPr/>
          <p:nvPr/>
        </p:nvSpPr>
        <p:spPr>
          <a:xfrm>
            <a:off x="10012680" y="5779008"/>
            <a:ext cx="109728" cy="109728"/>
          </a:xfrm>
          <a:prstGeom prst="ellipse">
            <a:avLst/>
          </a:prstGeom>
          <a:solidFill>
            <a:srgbClr val="1C2B2F"/>
          </a:solidFill>
          <a:ln w="12700">
            <a:solidFill>
              <a:srgbClr val="1C2B2F"/>
            </a:solidFill>
            <a:prstDash val="solid"/>
          </a:ln>
        </p:spPr>
      </p:sp>
      <p:sp>
        <p:nvSpPr>
          <p:cNvPr id="166" name="Shape 163"/>
          <p:cNvSpPr/>
          <p:nvPr/>
        </p:nvSpPr>
        <p:spPr>
          <a:xfrm>
            <a:off x="10195560" y="5779008"/>
            <a:ext cx="109728" cy="109728"/>
          </a:xfrm>
          <a:prstGeom prst="ellipse">
            <a:avLst/>
          </a:prstGeom>
          <a:solidFill>
            <a:srgbClr val="1C2B2F"/>
          </a:solidFill>
          <a:ln w="12700">
            <a:solidFill>
              <a:srgbClr val="1C2B2F"/>
            </a:solidFill>
            <a:prstDash val="solid"/>
          </a:ln>
        </p:spPr>
      </p:sp>
      <p:sp>
        <p:nvSpPr>
          <p:cNvPr id="167" name="Shape 164"/>
          <p:cNvSpPr/>
          <p:nvPr/>
        </p:nvSpPr>
        <p:spPr>
          <a:xfrm>
            <a:off x="10378440" y="5779008"/>
            <a:ext cx="109728" cy="109728"/>
          </a:xfrm>
          <a:prstGeom prst="ellipse">
            <a:avLst/>
          </a:prstGeom>
          <a:solidFill>
            <a:srgbClr val="E3E0D7"/>
          </a:solidFill>
          <a:ln w="12700">
            <a:solidFill>
              <a:srgbClr val="E3E0D7"/>
            </a:solidFill>
            <a:prstDash val="solid"/>
          </a:ln>
        </p:spPr>
      </p:sp>
      <p:sp>
        <p:nvSpPr>
          <p:cNvPr id="168" name="Shape 165"/>
          <p:cNvSpPr/>
          <p:nvPr/>
        </p:nvSpPr>
        <p:spPr>
          <a:xfrm>
            <a:off x="10561320" y="5779008"/>
            <a:ext cx="109728" cy="109728"/>
          </a:xfrm>
          <a:prstGeom prst="ellipse">
            <a:avLst/>
          </a:prstGeom>
          <a:solidFill>
            <a:srgbClr val="E3E0D7"/>
          </a:solidFill>
          <a:ln w="12700">
            <a:solidFill>
              <a:srgbClr val="E3E0D7"/>
            </a:solidFill>
            <a:prstDash val="solid"/>
          </a:ln>
        </p:spPr>
      </p:sp>
      <p:sp>
        <p:nvSpPr>
          <p:cNvPr id="169" name="Shape 166"/>
          <p:cNvSpPr/>
          <p:nvPr/>
        </p:nvSpPr>
        <p:spPr>
          <a:xfrm>
            <a:off x="10744200" y="5779008"/>
            <a:ext cx="109728" cy="109728"/>
          </a:xfrm>
          <a:prstGeom prst="ellipse">
            <a:avLst/>
          </a:prstGeom>
          <a:solidFill>
            <a:srgbClr val="E3E0D7"/>
          </a:solidFill>
          <a:ln w="12700">
            <a:solidFill>
              <a:srgbClr val="E3E0D7"/>
            </a:solidFill>
            <a:prstDash val="solid"/>
          </a:ln>
        </p:spPr>
      </p:sp>
      <p:sp>
        <p:nvSpPr>
          <p:cNvPr id="170" name="Text 167"/>
          <p:cNvSpPr txBox="1"/>
          <p:nvPr/>
        </p:nvSpPr>
        <p:spPr>
          <a:xfrm>
            <a:off x="12115800" y="567842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4</a:t>
            </a:r>
            <a:endParaRPr lang="en-US" sz="1800" dirty="0"/>
          </a:p>
        </p:txBody>
      </p:sp>
      <p:sp>
        <p:nvSpPr>
          <p:cNvPr id="171" name="Shape 168"/>
          <p:cNvSpPr/>
          <p:nvPr/>
        </p:nvSpPr>
        <p:spPr>
          <a:xfrm>
            <a:off x="12573000" y="5779008"/>
            <a:ext cx="109728" cy="109728"/>
          </a:xfrm>
          <a:prstGeom prst="ellipse">
            <a:avLst/>
          </a:prstGeom>
          <a:solidFill>
            <a:srgbClr val="1C2B2F"/>
          </a:solidFill>
          <a:ln w="12700">
            <a:solidFill>
              <a:srgbClr val="1C2B2F"/>
            </a:solidFill>
            <a:prstDash val="solid"/>
          </a:ln>
        </p:spPr>
      </p:sp>
      <p:sp>
        <p:nvSpPr>
          <p:cNvPr id="172" name="Shape 169"/>
          <p:cNvSpPr/>
          <p:nvPr/>
        </p:nvSpPr>
        <p:spPr>
          <a:xfrm>
            <a:off x="12755880" y="5779008"/>
            <a:ext cx="109728" cy="109728"/>
          </a:xfrm>
          <a:prstGeom prst="ellipse">
            <a:avLst/>
          </a:prstGeom>
          <a:solidFill>
            <a:srgbClr val="1C2B2F"/>
          </a:solidFill>
          <a:ln w="12700">
            <a:solidFill>
              <a:srgbClr val="1C2B2F"/>
            </a:solidFill>
            <a:prstDash val="solid"/>
          </a:ln>
        </p:spPr>
      </p:sp>
      <p:sp>
        <p:nvSpPr>
          <p:cNvPr id="173" name="Shape 170"/>
          <p:cNvSpPr/>
          <p:nvPr/>
        </p:nvSpPr>
        <p:spPr>
          <a:xfrm>
            <a:off x="12938760" y="5779008"/>
            <a:ext cx="109728" cy="109728"/>
          </a:xfrm>
          <a:prstGeom prst="ellipse">
            <a:avLst/>
          </a:prstGeom>
          <a:solidFill>
            <a:srgbClr val="1C2B2F"/>
          </a:solidFill>
          <a:ln w="12700">
            <a:solidFill>
              <a:srgbClr val="1C2B2F"/>
            </a:solidFill>
            <a:prstDash val="solid"/>
          </a:ln>
        </p:spPr>
      </p:sp>
      <p:sp>
        <p:nvSpPr>
          <p:cNvPr id="174" name="Shape 171"/>
          <p:cNvSpPr/>
          <p:nvPr/>
        </p:nvSpPr>
        <p:spPr>
          <a:xfrm>
            <a:off x="13121640" y="5779008"/>
            <a:ext cx="109728" cy="109728"/>
          </a:xfrm>
          <a:prstGeom prst="ellipse">
            <a:avLst/>
          </a:prstGeom>
          <a:solidFill>
            <a:srgbClr val="1C2B2F"/>
          </a:solidFill>
          <a:ln w="12700">
            <a:solidFill>
              <a:srgbClr val="1C2B2F"/>
            </a:solidFill>
            <a:prstDash val="solid"/>
          </a:ln>
        </p:spPr>
      </p:sp>
      <p:sp>
        <p:nvSpPr>
          <p:cNvPr id="175" name="Shape 172"/>
          <p:cNvSpPr/>
          <p:nvPr/>
        </p:nvSpPr>
        <p:spPr>
          <a:xfrm>
            <a:off x="13304520" y="5779008"/>
            <a:ext cx="109728" cy="109728"/>
          </a:xfrm>
          <a:prstGeom prst="ellipse">
            <a:avLst/>
          </a:prstGeom>
          <a:solidFill>
            <a:srgbClr val="E3E0D7"/>
          </a:solidFill>
          <a:ln w="12700">
            <a:solidFill>
              <a:srgbClr val="E3E0D7"/>
            </a:solidFill>
            <a:prstDash val="solid"/>
          </a:ln>
        </p:spPr>
      </p:sp>
      <p:sp>
        <p:nvSpPr>
          <p:cNvPr id="176" name="Text 173"/>
          <p:cNvSpPr txBox="1"/>
          <p:nvPr/>
        </p:nvSpPr>
        <p:spPr>
          <a:xfrm>
            <a:off x="14676120" y="5669280"/>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14</a:t>
            </a:r>
            <a:endParaRPr lang="en-US" sz="2000" dirty="0"/>
          </a:p>
        </p:txBody>
      </p:sp>
      <p:sp>
        <p:nvSpPr>
          <p:cNvPr id="177" name="Shape 174"/>
          <p:cNvSpPr/>
          <p:nvPr/>
        </p:nvSpPr>
        <p:spPr>
          <a:xfrm>
            <a:off x="15361920" y="5797296"/>
            <a:ext cx="1508760" cy="82296"/>
          </a:xfrm>
          <a:prstGeom prst="roundRect">
            <a:avLst>
              <a:gd name="adj" fmla="val 44444"/>
            </a:avLst>
          </a:prstGeom>
          <a:solidFill>
            <a:srgbClr val="E3E0D7"/>
          </a:solidFill>
          <a:ln w="12700">
            <a:solidFill>
              <a:srgbClr val="E3E0D7"/>
            </a:solidFill>
            <a:prstDash val="solid"/>
          </a:ln>
        </p:spPr>
      </p:sp>
      <p:sp>
        <p:nvSpPr>
          <p:cNvPr id="178" name="Shape 175"/>
          <p:cNvSpPr/>
          <p:nvPr/>
        </p:nvSpPr>
        <p:spPr>
          <a:xfrm>
            <a:off x="15361920" y="5797296"/>
            <a:ext cx="1056132" cy="82296"/>
          </a:xfrm>
          <a:prstGeom prst="roundRect">
            <a:avLst>
              <a:gd name="adj" fmla="val 44444"/>
            </a:avLst>
          </a:prstGeom>
          <a:solidFill>
            <a:srgbClr val="3E6670"/>
          </a:solidFill>
          <a:ln w="12700">
            <a:solidFill>
              <a:srgbClr val="3E6670"/>
            </a:solidFill>
            <a:prstDash val="solid"/>
          </a:ln>
        </p:spPr>
      </p:sp>
      <p:sp>
        <p:nvSpPr>
          <p:cNvPr id="179" name="Shape 176"/>
          <p:cNvSpPr/>
          <p:nvPr/>
        </p:nvSpPr>
        <p:spPr>
          <a:xfrm>
            <a:off x="1143000" y="6080760"/>
            <a:ext cx="16002000" cy="420624"/>
          </a:xfrm>
          <a:prstGeom prst="roundRect">
            <a:avLst>
              <a:gd name="adj" fmla="val 21739"/>
            </a:avLst>
          </a:prstGeom>
          <a:solidFill>
            <a:srgbClr val="FCFBF8"/>
          </a:solidFill>
          <a:ln w="9525">
            <a:solidFill>
              <a:srgbClr val="E3E0D7"/>
            </a:solidFill>
            <a:prstDash val="solid"/>
          </a:ln>
        </p:spPr>
      </p:sp>
      <p:sp>
        <p:nvSpPr>
          <p:cNvPr id="180" name="Shape 177"/>
          <p:cNvSpPr/>
          <p:nvPr/>
        </p:nvSpPr>
        <p:spPr>
          <a:xfrm>
            <a:off x="4297680" y="6080760"/>
            <a:ext cx="2331720" cy="420624"/>
          </a:xfrm>
          <a:prstGeom prst="rect">
            <a:avLst/>
          </a:prstGeom>
          <a:solidFill>
            <a:srgbClr val="E7EDEC"/>
          </a:solidFill>
          <a:ln w="12700">
            <a:solidFill>
              <a:srgbClr val="E7EDEC"/>
            </a:solidFill>
            <a:prstDash val="solid"/>
          </a:ln>
        </p:spPr>
      </p:sp>
      <p:sp>
        <p:nvSpPr>
          <p:cNvPr id="181" name="Text 178"/>
          <p:cNvSpPr txBox="1"/>
          <p:nvPr/>
        </p:nvSpPr>
        <p:spPr>
          <a:xfrm>
            <a:off x="1417320" y="6181344"/>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6.</a:t>
            </a:r>
            <a:endParaRPr lang="en-US" sz="1500" dirty="0"/>
          </a:p>
        </p:txBody>
      </p:sp>
      <p:sp>
        <p:nvSpPr>
          <p:cNvPr id="182" name="Text 179"/>
          <p:cNvSpPr txBox="1"/>
          <p:nvPr/>
        </p:nvSpPr>
        <p:spPr>
          <a:xfrm>
            <a:off x="1828800" y="6163056"/>
            <a:ext cx="1737360" cy="292608"/>
          </a:xfrm>
          <a:prstGeom prst="rect">
            <a:avLst/>
          </a:prstGeom>
          <a:noFill/>
          <a:ln/>
        </p:spPr>
        <p:txBody>
          <a:bodyPr wrap="square" lIns="0" tIns="0" rIns="0" bIns="0" rtlCol="0" anchor="t"/>
          <a:lstStyle/>
          <a:p>
            <a:pPr indent="0" marL="0">
              <a:buNone/>
            </a:pPr>
            <a:r>
              <a:rPr lang="en-US" sz="1700" dirty="0">
                <a:solidFill>
                  <a:srgbClr val="55676B"/>
                </a:solidFill>
                <a:latin typeface="Geist Medium" pitchFamily="34" charset="0"/>
                <a:ea typeface="Geist Medium" pitchFamily="34" charset="-122"/>
                <a:cs typeface="Geist Medium" pitchFamily="34" charset="-120"/>
              </a:rPr>
              <a:t>Austria</a:t>
            </a:r>
            <a:endParaRPr lang="en-US" sz="1700" dirty="0"/>
          </a:p>
        </p:txBody>
      </p:sp>
      <p:sp>
        <p:nvSpPr>
          <p:cNvPr id="183" name="Text 180"/>
          <p:cNvSpPr txBox="1"/>
          <p:nvPr/>
        </p:nvSpPr>
        <p:spPr>
          <a:xfrm>
            <a:off x="4434840" y="61539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1</a:t>
            </a:r>
            <a:endParaRPr lang="en-US" sz="1800" dirty="0"/>
          </a:p>
        </p:txBody>
      </p:sp>
      <p:sp>
        <p:nvSpPr>
          <p:cNvPr id="184" name="Shape 181"/>
          <p:cNvSpPr/>
          <p:nvPr/>
        </p:nvSpPr>
        <p:spPr>
          <a:xfrm>
            <a:off x="4892040" y="6254496"/>
            <a:ext cx="109728" cy="109728"/>
          </a:xfrm>
          <a:prstGeom prst="ellipse">
            <a:avLst/>
          </a:prstGeom>
          <a:solidFill>
            <a:srgbClr val="8A9A9D"/>
          </a:solidFill>
          <a:ln w="12700">
            <a:solidFill>
              <a:srgbClr val="8A9A9D"/>
            </a:solidFill>
            <a:prstDash val="solid"/>
          </a:ln>
        </p:spPr>
      </p:sp>
      <p:sp>
        <p:nvSpPr>
          <p:cNvPr id="185" name="Shape 182"/>
          <p:cNvSpPr/>
          <p:nvPr/>
        </p:nvSpPr>
        <p:spPr>
          <a:xfrm>
            <a:off x="5074920" y="6254496"/>
            <a:ext cx="109728" cy="109728"/>
          </a:xfrm>
          <a:prstGeom prst="ellipse">
            <a:avLst/>
          </a:prstGeom>
          <a:solidFill>
            <a:srgbClr val="E3E0D7"/>
          </a:solidFill>
          <a:ln w="12700">
            <a:solidFill>
              <a:srgbClr val="E3E0D7"/>
            </a:solidFill>
            <a:prstDash val="solid"/>
          </a:ln>
        </p:spPr>
      </p:sp>
      <p:sp>
        <p:nvSpPr>
          <p:cNvPr id="186" name="Shape 183"/>
          <p:cNvSpPr/>
          <p:nvPr/>
        </p:nvSpPr>
        <p:spPr>
          <a:xfrm>
            <a:off x="5257800" y="6254496"/>
            <a:ext cx="109728" cy="109728"/>
          </a:xfrm>
          <a:prstGeom prst="ellipse">
            <a:avLst/>
          </a:prstGeom>
          <a:solidFill>
            <a:srgbClr val="E3E0D7"/>
          </a:solidFill>
          <a:ln w="12700">
            <a:solidFill>
              <a:srgbClr val="E3E0D7"/>
            </a:solidFill>
            <a:prstDash val="solid"/>
          </a:ln>
        </p:spPr>
      </p:sp>
      <p:sp>
        <p:nvSpPr>
          <p:cNvPr id="187" name="Shape 184"/>
          <p:cNvSpPr/>
          <p:nvPr/>
        </p:nvSpPr>
        <p:spPr>
          <a:xfrm>
            <a:off x="5440680" y="6254496"/>
            <a:ext cx="109728" cy="109728"/>
          </a:xfrm>
          <a:prstGeom prst="ellipse">
            <a:avLst/>
          </a:prstGeom>
          <a:solidFill>
            <a:srgbClr val="E3E0D7"/>
          </a:solidFill>
          <a:ln w="12700">
            <a:solidFill>
              <a:srgbClr val="E3E0D7"/>
            </a:solidFill>
            <a:prstDash val="solid"/>
          </a:ln>
        </p:spPr>
      </p:sp>
      <p:sp>
        <p:nvSpPr>
          <p:cNvPr id="188" name="Shape 185"/>
          <p:cNvSpPr/>
          <p:nvPr/>
        </p:nvSpPr>
        <p:spPr>
          <a:xfrm>
            <a:off x="5623560" y="6254496"/>
            <a:ext cx="109728" cy="109728"/>
          </a:xfrm>
          <a:prstGeom prst="ellipse">
            <a:avLst/>
          </a:prstGeom>
          <a:solidFill>
            <a:srgbClr val="E3E0D7"/>
          </a:solidFill>
          <a:ln w="12700">
            <a:solidFill>
              <a:srgbClr val="E3E0D7"/>
            </a:solidFill>
            <a:prstDash val="solid"/>
          </a:ln>
        </p:spPr>
      </p:sp>
      <p:sp>
        <p:nvSpPr>
          <p:cNvPr id="189" name="Text 186"/>
          <p:cNvSpPr txBox="1"/>
          <p:nvPr/>
        </p:nvSpPr>
        <p:spPr>
          <a:xfrm>
            <a:off x="6995160" y="61539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3</a:t>
            </a:r>
            <a:endParaRPr lang="en-US" sz="1800" dirty="0"/>
          </a:p>
        </p:txBody>
      </p:sp>
      <p:sp>
        <p:nvSpPr>
          <p:cNvPr id="190" name="Shape 187"/>
          <p:cNvSpPr/>
          <p:nvPr/>
        </p:nvSpPr>
        <p:spPr>
          <a:xfrm>
            <a:off x="7452360" y="6254496"/>
            <a:ext cx="109728" cy="109728"/>
          </a:xfrm>
          <a:prstGeom prst="ellipse">
            <a:avLst/>
          </a:prstGeom>
          <a:solidFill>
            <a:srgbClr val="8A9A9D"/>
          </a:solidFill>
          <a:ln w="12700">
            <a:solidFill>
              <a:srgbClr val="8A9A9D"/>
            </a:solidFill>
            <a:prstDash val="solid"/>
          </a:ln>
        </p:spPr>
      </p:sp>
      <p:sp>
        <p:nvSpPr>
          <p:cNvPr id="191" name="Shape 188"/>
          <p:cNvSpPr/>
          <p:nvPr/>
        </p:nvSpPr>
        <p:spPr>
          <a:xfrm>
            <a:off x="7635240" y="6254496"/>
            <a:ext cx="109728" cy="109728"/>
          </a:xfrm>
          <a:prstGeom prst="ellipse">
            <a:avLst/>
          </a:prstGeom>
          <a:solidFill>
            <a:srgbClr val="8A9A9D"/>
          </a:solidFill>
          <a:ln w="12700">
            <a:solidFill>
              <a:srgbClr val="8A9A9D"/>
            </a:solidFill>
            <a:prstDash val="solid"/>
          </a:ln>
        </p:spPr>
      </p:sp>
      <p:sp>
        <p:nvSpPr>
          <p:cNvPr id="192" name="Shape 189"/>
          <p:cNvSpPr/>
          <p:nvPr/>
        </p:nvSpPr>
        <p:spPr>
          <a:xfrm>
            <a:off x="7818120" y="6254496"/>
            <a:ext cx="109728" cy="109728"/>
          </a:xfrm>
          <a:prstGeom prst="ellipse">
            <a:avLst/>
          </a:prstGeom>
          <a:solidFill>
            <a:srgbClr val="8A9A9D"/>
          </a:solidFill>
          <a:ln w="12700">
            <a:solidFill>
              <a:srgbClr val="8A9A9D"/>
            </a:solidFill>
            <a:prstDash val="solid"/>
          </a:ln>
        </p:spPr>
      </p:sp>
      <p:sp>
        <p:nvSpPr>
          <p:cNvPr id="193" name="Shape 190"/>
          <p:cNvSpPr/>
          <p:nvPr/>
        </p:nvSpPr>
        <p:spPr>
          <a:xfrm>
            <a:off x="8001000" y="6254496"/>
            <a:ext cx="109728" cy="109728"/>
          </a:xfrm>
          <a:prstGeom prst="ellipse">
            <a:avLst/>
          </a:prstGeom>
          <a:solidFill>
            <a:srgbClr val="E3E0D7"/>
          </a:solidFill>
          <a:ln w="12700">
            <a:solidFill>
              <a:srgbClr val="E3E0D7"/>
            </a:solidFill>
            <a:prstDash val="solid"/>
          </a:ln>
        </p:spPr>
      </p:sp>
      <p:sp>
        <p:nvSpPr>
          <p:cNvPr id="194" name="Shape 191"/>
          <p:cNvSpPr/>
          <p:nvPr/>
        </p:nvSpPr>
        <p:spPr>
          <a:xfrm>
            <a:off x="8183880" y="6254496"/>
            <a:ext cx="109728" cy="109728"/>
          </a:xfrm>
          <a:prstGeom prst="ellipse">
            <a:avLst/>
          </a:prstGeom>
          <a:solidFill>
            <a:srgbClr val="E3E0D7"/>
          </a:solidFill>
          <a:ln w="12700">
            <a:solidFill>
              <a:srgbClr val="E3E0D7"/>
            </a:solidFill>
            <a:prstDash val="solid"/>
          </a:ln>
        </p:spPr>
      </p:sp>
      <p:sp>
        <p:nvSpPr>
          <p:cNvPr id="195" name="Text 192"/>
          <p:cNvSpPr txBox="1"/>
          <p:nvPr/>
        </p:nvSpPr>
        <p:spPr>
          <a:xfrm>
            <a:off x="9555480" y="61539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5</a:t>
            </a:r>
            <a:endParaRPr lang="en-US" sz="1800" dirty="0"/>
          </a:p>
        </p:txBody>
      </p:sp>
      <p:sp>
        <p:nvSpPr>
          <p:cNvPr id="196" name="Shape 193"/>
          <p:cNvSpPr/>
          <p:nvPr/>
        </p:nvSpPr>
        <p:spPr>
          <a:xfrm>
            <a:off x="10012680" y="6254496"/>
            <a:ext cx="109728" cy="109728"/>
          </a:xfrm>
          <a:prstGeom prst="ellipse">
            <a:avLst/>
          </a:prstGeom>
          <a:solidFill>
            <a:srgbClr val="8A9A9D"/>
          </a:solidFill>
          <a:ln w="12700">
            <a:solidFill>
              <a:srgbClr val="8A9A9D"/>
            </a:solidFill>
            <a:prstDash val="solid"/>
          </a:ln>
        </p:spPr>
      </p:sp>
      <p:sp>
        <p:nvSpPr>
          <p:cNvPr id="197" name="Shape 194"/>
          <p:cNvSpPr/>
          <p:nvPr/>
        </p:nvSpPr>
        <p:spPr>
          <a:xfrm>
            <a:off x="10195560" y="6254496"/>
            <a:ext cx="109728" cy="109728"/>
          </a:xfrm>
          <a:prstGeom prst="ellipse">
            <a:avLst/>
          </a:prstGeom>
          <a:solidFill>
            <a:srgbClr val="8A9A9D"/>
          </a:solidFill>
          <a:ln w="12700">
            <a:solidFill>
              <a:srgbClr val="8A9A9D"/>
            </a:solidFill>
            <a:prstDash val="solid"/>
          </a:ln>
        </p:spPr>
      </p:sp>
      <p:sp>
        <p:nvSpPr>
          <p:cNvPr id="198" name="Shape 195"/>
          <p:cNvSpPr/>
          <p:nvPr/>
        </p:nvSpPr>
        <p:spPr>
          <a:xfrm>
            <a:off x="10378440" y="6254496"/>
            <a:ext cx="109728" cy="109728"/>
          </a:xfrm>
          <a:prstGeom prst="ellipse">
            <a:avLst/>
          </a:prstGeom>
          <a:solidFill>
            <a:srgbClr val="8A9A9D"/>
          </a:solidFill>
          <a:ln w="12700">
            <a:solidFill>
              <a:srgbClr val="8A9A9D"/>
            </a:solidFill>
            <a:prstDash val="solid"/>
          </a:ln>
        </p:spPr>
      </p:sp>
      <p:sp>
        <p:nvSpPr>
          <p:cNvPr id="199" name="Shape 196"/>
          <p:cNvSpPr/>
          <p:nvPr/>
        </p:nvSpPr>
        <p:spPr>
          <a:xfrm>
            <a:off x="10561320" y="6254496"/>
            <a:ext cx="109728" cy="109728"/>
          </a:xfrm>
          <a:prstGeom prst="ellipse">
            <a:avLst/>
          </a:prstGeom>
          <a:solidFill>
            <a:srgbClr val="8A9A9D"/>
          </a:solidFill>
          <a:ln w="12700">
            <a:solidFill>
              <a:srgbClr val="8A9A9D"/>
            </a:solidFill>
            <a:prstDash val="solid"/>
          </a:ln>
        </p:spPr>
      </p:sp>
      <p:sp>
        <p:nvSpPr>
          <p:cNvPr id="200" name="Shape 197"/>
          <p:cNvSpPr/>
          <p:nvPr/>
        </p:nvSpPr>
        <p:spPr>
          <a:xfrm>
            <a:off x="10744200" y="6254496"/>
            <a:ext cx="109728" cy="109728"/>
          </a:xfrm>
          <a:prstGeom prst="ellipse">
            <a:avLst/>
          </a:prstGeom>
          <a:solidFill>
            <a:srgbClr val="8A9A9D"/>
          </a:solidFill>
          <a:ln w="12700">
            <a:solidFill>
              <a:srgbClr val="8A9A9D"/>
            </a:solidFill>
            <a:prstDash val="solid"/>
          </a:ln>
        </p:spPr>
      </p:sp>
      <p:sp>
        <p:nvSpPr>
          <p:cNvPr id="201" name="Text 198"/>
          <p:cNvSpPr txBox="1"/>
          <p:nvPr/>
        </p:nvSpPr>
        <p:spPr>
          <a:xfrm>
            <a:off x="12115800" y="6153912"/>
            <a:ext cx="365760" cy="310896"/>
          </a:xfrm>
          <a:prstGeom prst="rect">
            <a:avLst/>
          </a:prstGeom>
          <a:noFill/>
          <a:ln/>
        </p:spPr>
        <p:txBody>
          <a:bodyPr wrap="square" lIns="0" tIns="0" rIns="0" bIns="0" rtlCol="0" anchor="t"/>
          <a:lstStyle/>
          <a:p>
            <a:pPr indent="0" marL="0">
              <a:buNone/>
            </a:pPr>
            <a:r>
              <a:rPr lang="en-US" sz="1800" dirty="0">
                <a:solidFill>
                  <a:srgbClr val="55676B"/>
                </a:solidFill>
                <a:latin typeface="Geist Medium" pitchFamily="34" charset="0"/>
                <a:ea typeface="Geist Medium" pitchFamily="34" charset="-122"/>
                <a:cs typeface="Geist Medium" pitchFamily="34" charset="-120"/>
              </a:rPr>
              <a:t>5</a:t>
            </a:r>
            <a:endParaRPr lang="en-US" sz="1800" dirty="0"/>
          </a:p>
        </p:txBody>
      </p:sp>
      <p:sp>
        <p:nvSpPr>
          <p:cNvPr id="202" name="Shape 199"/>
          <p:cNvSpPr/>
          <p:nvPr/>
        </p:nvSpPr>
        <p:spPr>
          <a:xfrm>
            <a:off x="12573000" y="6254496"/>
            <a:ext cx="109728" cy="109728"/>
          </a:xfrm>
          <a:prstGeom prst="ellipse">
            <a:avLst/>
          </a:prstGeom>
          <a:solidFill>
            <a:srgbClr val="8A9A9D"/>
          </a:solidFill>
          <a:ln w="12700">
            <a:solidFill>
              <a:srgbClr val="8A9A9D"/>
            </a:solidFill>
            <a:prstDash val="solid"/>
          </a:ln>
        </p:spPr>
      </p:sp>
      <p:sp>
        <p:nvSpPr>
          <p:cNvPr id="203" name="Shape 200"/>
          <p:cNvSpPr/>
          <p:nvPr/>
        </p:nvSpPr>
        <p:spPr>
          <a:xfrm>
            <a:off x="12755880" y="6254496"/>
            <a:ext cx="109728" cy="109728"/>
          </a:xfrm>
          <a:prstGeom prst="ellipse">
            <a:avLst/>
          </a:prstGeom>
          <a:solidFill>
            <a:srgbClr val="8A9A9D"/>
          </a:solidFill>
          <a:ln w="12700">
            <a:solidFill>
              <a:srgbClr val="8A9A9D"/>
            </a:solidFill>
            <a:prstDash val="solid"/>
          </a:ln>
        </p:spPr>
      </p:sp>
      <p:sp>
        <p:nvSpPr>
          <p:cNvPr id="204" name="Shape 201"/>
          <p:cNvSpPr/>
          <p:nvPr/>
        </p:nvSpPr>
        <p:spPr>
          <a:xfrm>
            <a:off x="12938760" y="6254496"/>
            <a:ext cx="109728" cy="109728"/>
          </a:xfrm>
          <a:prstGeom prst="ellipse">
            <a:avLst/>
          </a:prstGeom>
          <a:solidFill>
            <a:srgbClr val="8A9A9D"/>
          </a:solidFill>
          <a:ln w="12700">
            <a:solidFill>
              <a:srgbClr val="8A9A9D"/>
            </a:solidFill>
            <a:prstDash val="solid"/>
          </a:ln>
        </p:spPr>
      </p:sp>
      <p:sp>
        <p:nvSpPr>
          <p:cNvPr id="205" name="Shape 202"/>
          <p:cNvSpPr/>
          <p:nvPr/>
        </p:nvSpPr>
        <p:spPr>
          <a:xfrm>
            <a:off x="13121640" y="6254496"/>
            <a:ext cx="109728" cy="109728"/>
          </a:xfrm>
          <a:prstGeom prst="ellipse">
            <a:avLst/>
          </a:prstGeom>
          <a:solidFill>
            <a:srgbClr val="8A9A9D"/>
          </a:solidFill>
          <a:ln w="12700">
            <a:solidFill>
              <a:srgbClr val="8A9A9D"/>
            </a:solidFill>
            <a:prstDash val="solid"/>
          </a:ln>
        </p:spPr>
      </p:sp>
      <p:sp>
        <p:nvSpPr>
          <p:cNvPr id="206" name="Shape 203"/>
          <p:cNvSpPr/>
          <p:nvPr/>
        </p:nvSpPr>
        <p:spPr>
          <a:xfrm>
            <a:off x="13304520" y="6254496"/>
            <a:ext cx="109728" cy="109728"/>
          </a:xfrm>
          <a:prstGeom prst="ellipse">
            <a:avLst/>
          </a:prstGeom>
          <a:solidFill>
            <a:srgbClr val="8A9A9D"/>
          </a:solidFill>
          <a:ln w="12700">
            <a:solidFill>
              <a:srgbClr val="8A9A9D"/>
            </a:solidFill>
            <a:prstDash val="solid"/>
          </a:ln>
        </p:spPr>
      </p:sp>
      <p:sp>
        <p:nvSpPr>
          <p:cNvPr id="207" name="Text 204"/>
          <p:cNvSpPr txBox="1"/>
          <p:nvPr/>
        </p:nvSpPr>
        <p:spPr>
          <a:xfrm>
            <a:off x="14676120" y="6144768"/>
            <a:ext cx="548640" cy="329184"/>
          </a:xfrm>
          <a:prstGeom prst="rect">
            <a:avLst/>
          </a:prstGeom>
          <a:noFill/>
          <a:ln/>
        </p:spPr>
        <p:txBody>
          <a:bodyPr wrap="square" lIns="0" tIns="0" rIns="0" bIns="0" rtlCol="0" anchor="t"/>
          <a:lstStyle/>
          <a:p>
            <a:pPr indent="0" marL="0">
              <a:buNone/>
            </a:pPr>
            <a:r>
              <a:rPr lang="en-US" sz="2000" dirty="0">
                <a:solidFill>
                  <a:srgbClr val="55676B"/>
                </a:solidFill>
                <a:latin typeface="Geist Medium" pitchFamily="34" charset="0"/>
                <a:ea typeface="Geist Medium" pitchFamily="34" charset="-122"/>
                <a:cs typeface="Geist Medium" pitchFamily="34" charset="-120"/>
              </a:rPr>
              <a:t>14</a:t>
            </a:r>
            <a:endParaRPr lang="en-US" sz="2000" dirty="0"/>
          </a:p>
        </p:txBody>
      </p:sp>
      <p:sp>
        <p:nvSpPr>
          <p:cNvPr id="208" name="Shape 205"/>
          <p:cNvSpPr/>
          <p:nvPr/>
        </p:nvSpPr>
        <p:spPr>
          <a:xfrm>
            <a:off x="15361920" y="6272784"/>
            <a:ext cx="1508760" cy="82296"/>
          </a:xfrm>
          <a:prstGeom prst="roundRect">
            <a:avLst>
              <a:gd name="adj" fmla="val 44444"/>
            </a:avLst>
          </a:prstGeom>
          <a:solidFill>
            <a:srgbClr val="E3E0D7"/>
          </a:solidFill>
          <a:ln w="12700">
            <a:solidFill>
              <a:srgbClr val="E3E0D7"/>
            </a:solidFill>
            <a:prstDash val="solid"/>
          </a:ln>
        </p:spPr>
      </p:sp>
      <p:sp>
        <p:nvSpPr>
          <p:cNvPr id="209" name="Shape 206"/>
          <p:cNvSpPr/>
          <p:nvPr/>
        </p:nvSpPr>
        <p:spPr>
          <a:xfrm>
            <a:off x="15361920" y="6272784"/>
            <a:ext cx="1056132" cy="82296"/>
          </a:xfrm>
          <a:prstGeom prst="roundRect">
            <a:avLst>
              <a:gd name="adj" fmla="val 44444"/>
            </a:avLst>
          </a:prstGeom>
          <a:solidFill>
            <a:srgbClr val="CFD6D3"/>
          </a:solidFill>
          <a:ln w="12700">
            <a:solidFill>
              <a:srgbClr val="CFD6D3"/>
            </a:solidFill>
            <a:prstDash val="solid"/>
          </a:ln>
        </p:spPr>
      </p:sp>
      <p:sp>
        <p:nvSpPr>
          <p:cNvPr id="210" name="Shape 207"/>
          <p:cNvSpPr/>
          <p:nvPr/>
        </p:nvSpPr>
        <p:spPr>
          <a:xfrm>
            <a:off x="1143000" y="6556248"/>
            <a:ext cx="16002000" cy="420624"/>
          </a:xfrm>
          <a:prstGeom prst="roundRect">
            <a:avLst>
              <a:gd name="adj" fmla="val 21739"/>
            </a:avLst>
          </a:prstGeom>
          <a:solidFill>
            <a:srgbClr val="FCFBF8"/>
          </a:solidFill>
          <a:ln w="9525">
            <a:solidFill>
              <a:srgbClr val="E3E0D7"/>
            </a:solidFill>
            <a:prstDash val="solid"/>
          </a:ln>
        </p:spPr>
      </p:sp>
      <p:sp>
        <p:nvSpPr>
          <p:cNvPr id="211" name="Shape 208"/>
          <p:cNvSpPr/>
          <p:nvPr/>
        </p:nvSpPr>
        <p:spPr>
          <a:xfrm>
            <a:off x="4297680" y="6556248"/>
            <a:ext cx="2331720" cy="420624"/>
          </a:xfrm>
          <a:prstGeom prst="rect">
            <a:avLst/>
          </a:prstGeom>
          <a:solidFill>
            <a:srgbClr val="E7EDEC"/>
          </a:solidFill>
          <a:ln w="12700">
            <a:solidFill>
              <a:srgbClr val="E7EDEC"/>
            </a:solidFill>
            <a:prstDash val="solid"/>
          </a:ln>
        </p:spPr>
      </p:sp>
      <p:sp>
        <p:nvSpPr>
          <p:cNvPr id="212" name="Text 209"/>
          <p:cNvSpPr txBox="1"/>
          <p:nvPr/>
        </p:nvSpPr>
        <p:spPr>
          <a:xfrm>
            <a:off x="1417320" y="6656832"/>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7.</a:t>
            </a:r>
            <a:endParaRPr lang="en-US" sz="1500" dirty="0"/>
          </a:p>
        </p:txBody>
      </p:sp>
      <p:sp>
        <p:nvSpPr>
          <p:cNvPr id="213" name="Text 210"/>
          <p:cNvSpPr txBox="1"/>
          <p:nvPr/>
        </p:nvSpPr>
        <p:spPr>
          <a:xfrm>
            <a:off x="1828800" y="6638544"/>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Denmark</a:t>
            </a:r>
            <a:endParaRPr lang="en-US" sz="1700" dirty="0"/>
          </a:p>
        </p:txBody>
      </p:sp>
      <p:sp>
        <p:nvSpPr>
          <p:cNvPr id="214" name="Text 211"/>
          <p:cNvSpPr txBox="1"/>
          <p:nvPr/>
        </p:nvSpPr>
        <p:spPr>
          <a:xfrm>
            <a:off x="4434840" y="66294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215" name="Shape 212"/>
          <p:cNvSpPr/>
          <p:nvPr/>
        </p:nvSpPr>
        <p:spPr>
          <a:xfrm>
            <a:off x="4892040" y="6729984"/>
            <a:ext cx="109728" cy="109728"/>
          </a:xfrm>
          <a:prstGeom prst="ellipse">
            <a:avLst/>
          </a:prstGeom>
          <a:solidFill>
            <a:srgbClr val="1C2B2F"/>
          </a:solidFill>
          <a:ln w="12700">
            <a:solidFill>
              <a:srgbClr val="1C2B2F"/>
            </a:solidFill>
            <a:prstDash val="solid"/>
          </a:ln>
        </p:spPr>
      </p:sp>
      <p:sp>
        <p:nvSpPr>
          <p:cNvPr id="216" name="Shape 213"/>
          <p:cNvSpPr/>
          <p:nvPr/>
        </p:nvSpPr>
        <p:spPr>
          <a:xfrm>
            <a:off x="5074920" y="6729984"/>
            <a:ext cx="109728" cy="109728"/>
          </a:xfrm>
          <a:prstGeom prst="ellipse">
            <a:avLst/>
          </a:prstGeom>
          <a:solidFill>
            <a:srgbClr val="1C2B2F"/>
          </a:solidFill>
          <a:ln w="12700">
            <a:solidFill>
              <a:srgbClr val="1C2B2F"/>
            </a:solidFill>
            <a:prstDash val="solid"/>
          </a:ln>
        </p:spPr>
      </p:sp>
      <p:sp>
        <p:nvSpPr>
          <p:cNvPr id="217" name="Shape 214"/>
          <p:cNvSpPr/>
          <p:nvPr/>
        </p:nvSpPr>
        <p:spPr>
          <a:xfrm>
            <a:off x="5257800" y="6729984"/>
            <a:ext cx="109728" cy="109728"/>
          </a:xfrm>
          <a:prstGeom prst="ellipse">
            <a:avLst/>
          </a:prstGeom>
          <a:solidFill>
            <a:srgbClr val="1C2B2F"/>
          </a:solidFill>
          <a:ln w="12700">
            <a:solidFill>
              <a:srgbClr val="1C2B2F"/>
            </a:solidFill>
            <a:prstDash val="solid"/>
          </a:ln>
        </p:spPr>
      </p:sp>
      <p:sp>
        <p:nvSpPr>
          <p:cNvPr id="218" name="Shape 215"/>
          <p:cNvSpPr/>
          <p:nvPr/>
        </p:nvSpPr>
        <p:spPr>
          <a:xfrm>
            <a:off x="5440680" y="6729984"/>
            <a:ext cx="109728" cy="109728"/>
          </a:xfrm>
          <a:prstGeom prst="ellipse">
            <a:avLst/>
          </a:prstGeom>
          <a:solidFill>
            <a:srgbClr val="1C2B2F"/>
          </a:solidFill>
          <a:ln w="12700">
            <a:solidFill>
              <a:srgbClr val="1C2B2F"/>
            </a:solidFill>
            <a:prstDash val="solid"/>
          </a:ln>
        </p:spPr>
      </p:sp>
      <p:sp>
        <p:nvSpPr>
          <p:cNvPr id="219" name="Shape 216"/>
          <p:cNvSpPr/>
          <p:nvPr/>
        </p:nvSpPr>
        <p:spPr>
          <a:xfrm>
            <a:off x="5623560" y="6729984"/>
            <a:ext cx="109728" cy="109728"/>
          </a:xfrm>
          <a:prstGeom prst="ellipse">
            <a:avLst/>
          </a:prstGeom>
          <a:solidFill>
            <a:srgbClr val="1C2B2F"/>
          </a:solidFill>
          <a:ln w="12700">
            <a:solidFill>
              <a:srgbClr val="1C2B2F"/>
            </a:solidFill>
            <a:prstDash val="solid"/>
          </a:ln>
        </p:spPr>
      </p:sp>
      <p:sp>
        <p:nvSpPr>
          <p:cNvPr id="220" name="Text 217"/>
          <p:cNvSpPr txBox="1"/>
          <p:nvPr/>
        </p:nvSpPr>
        <p:spPr>
          <a:xfrm>
            <a:off x="6995160" y="66294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21" name="Shape 218"/>
          <p:cNvSpPr/>
          <p:nvPr/>
        </p:nvSpPr>
        <p:spPr>
          <a:xfrm>
            <a:off x="7452360" y="6729984"/>
            <a:ext cx="109728" cy="109728"/>
          </a:xfrm>
          <a:prstGeom prst="ellipse">
            <a:avLst/>
          </a:prstGeom>
          <a:solidFill>
            <a:srgbClr val="1C2B2F"/>
          </a:solidFill>
          <a:ln w="12700">
            <a:solidFill>
              <a:srgbClr val="1C2B2F"/>
            </a:solidFill>
            <a:prstDash val="solid"/>
          </a:ln>
        </p:spPr>
      </p:sp>
      <p:sp>
        <p:nvSpPr>
          <p:cNvPr id="222" name="Shape 219"/>
          <p:cNvSpPr/>
          <p:nvPr/>
        </p:nvSpPr>
        <p:spPr>
          <a:xfrm>
            <a:off x="7635240" y="6729984"/>
            <a:ext cx="109728" cy="109728"/>
          </a:xfrm>
          <a:prstGeom prst="ellipse">
            <a:avLst/>
          </a:prstGeom>
          <a:solidFill>
            <a:srgbClr val="1C2B2F"/>
          </a:solidFill>
          <a:ln w="12700">
            <a:solidFill>
              <a:srgbClr val="1C2B2F"/>
            </a:solidFill>
            <a:prstDash val="solid"/>
          </a:ln>
        </p:spPr>
      </p:sp>
      <p:sp>
        <p:nvSpPr>
          <p:cNvPr id="223" name="Shape 220"/>
          <p:cNvSpPr/>
          <p:nvPr/>
        </p:nvSpPr>
        <p:spPr>
          <a:xfrm>
            <a:off x="7818120" y="6729984"/>
            <a:ext cx="109728" cy="109728"/>
          </a:xfrm>
          <a:prstGeom prst="ellipse">
            <a:avLst/>
          </a:prstGeom>
          <a:solidFill>
            <a:srgbClr val="E3E0D7"/>
          </a:solidFill>
          <a:ln w="12700">
            <a:solidFill>
              <a:srgbClr val="E3E0D7"/>
            </a:solidFill>
            <a:prstDash val="solid"/>
          </a:ln>
        </p:spPr>
      </p:sp>
      <p:sp>
        <p:nvSpPr>
          <p:cNvPr id="224" name="Shape 221"/>
          <p:cNvSpPr/>
          <p:nvPr/>
        </p:nvSpPr>
        <p:spPr>
          <a:xfrm>
            <a:off x="8001000" y="6729984"/>
            <a:ext cx="109728" cy="109728"/>
          </a:xfrm>
          <a:prstGeom prst="ellipse">
            <a:avLst/>
          </a:prstGeom>
          <a:solidFill>
            <a:srgbClr val="E3E0D7"/>
          </a:solidFill>
          <a:ln w="12700">
            <a:solidFill>
              <a:srgbClr val="E3E0D7"/>
            </a:solidFill>
            <a:prstDash val="solid"/>
          </a:ln>
        </p:spPr>
      </p:sp>
      <p:sp>
        <p:nvSpPr>
          <p:cNvPr id="225" name="Shape 222"/>
          <p:cNvSpPr/>
          <p:nvPr/>
        </p:nvSpPr>
        <p:spPr>
          <a:xfrm>
            <a:off x="8183880" y="6729984"/>
            <a:ext cx="109728" cy="109728"/>
          </a:xfrm>
          <a:prstGeom prst="ellipse">
            <a:avLst/>
          </a:prstGeom>
          <a:solidFill>
            <a:srgbClr val="E3E0D7"/>
          </a:solidFill>
          <a:ln w="12700">
            <a:solidFill>
              <a:srgbClr val="E3E0D7"/>
            </a:solidFill>
            <a:prstDash val="solid"/>
          </a:ln>
        </p:spPr>
      </p:sp>
      <p:sp>
        <p:nvSpPr>
          <p:cNvPr id="226" name="Text 223"/>
          <p:cNvSpPr txBox="1"/>
          <p:nvPr/>
        </p:nvSpPr>
        <p:spPr>
          <a:xfrm>
            <a:off x="9555480" y="66294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227" name="Shape 224"/>
          <p:cNvSpPr/>
          <p:nvPr/>
        </p:nvSpPr>
        <p:spPr>
          <a:xfrm>
            <a:off x="10012680" y="6729984"/>
            <a:ext cx="109728" cy="109728"/>
          </a:xfrm>
          <a:prstGeom prst="ellipse">
            <a:avLst/>
          </a:prstGeom>
          <a:solidFill>
            <a:srgbClr val="1C2B2F"/>
          </a:solidFill>
          <a:ln w="12700">
            <a:solidFill>
              <a:srgbClr val="1C2B2F"/>
            </a:solidFill>
            <a:prstDash val="solid"/>
          </a:ln>
        </p:spPr>
      </p:sp>
      <p:sp>
        <p:nvSpPr>
          <p:cNvPr id="228" name="Shape 225"/>
          <p:cNvSpPr/>
          <p:nvPr/>
        </p:nvSpPr>
        <p:spPr>
          <a:xfrm>
            <a:off x="10195560" y="6729984"/>
            <a:ext cx="109728" cy="109728"/>
          </a:xfrm>
          <a:prstGeom prst="ellipse">
            <a:avLst/>
          </a:prstGeom>
          <a:solidFill>
            <a:srgbClr val="1C2B2F"/>
          </a:solidFill>
          <a:ln w="12700">
            <a:solidFill>
              <a:srgbClr val="1C2B2F"/>
            </a:solidFill>
            <a:prstDash val="solid"/>
          </a:ln>
        </p:spPr>
      </p:sp>
      <p:sp>
        <p:nvSpPr>
          <p:cNvPr id="229" name="Shape 226"/>
          <p:cNvSpPr/>
          <p:nvPr/>
        </p:nvSpPr>
        <p:spPr>
          <a:xfrm>
            <a:off x="10378440" y="6729984"/>
            <a:ext cx="109728" cy="109728"/>
          </a:xfrm>
          <a:prstGeom prst="ellipse">
            <a:avLst/>
          </a:prstGeom>
          <a:solidFill>
            <a:srgbClr val="1C2B2F"/>
          </a:solidFill>
          <a:ln w="12700">
            <a:solidFill>
              <a:srgbClr val="1C2B2F"/>
            </a:solidFill>
            <a:prstDash val="solid"/>
          </a:ln>
        </p:spPr>
      </p:sp>
      <p:sp>
        <p:nvSpPr>
          <p:cNvPr id="230" name="Shape 227"/>
          <p:cNvSpPr/>
          <p:nvPr/>
        </p:nvSpPr>
        <p:spPr>
          <a:xfrm>
            <a:off x="10561320" y="6729984"/>
            <a:ext cx="109728" cy="109728"/>
          </a:xfrm>
          <a:prstGeom prst="ellipse">
            <a:avLst/>
          </a:prstGeom>
          <a:solidFill>
            <a:srgbClr val="E3E0D7"/>
          </a:solidFill>
          <a:ln w="12700">
            <a:solidFill>
              <a:srgbClr val="E3E0D7"/>
            </a:solidFill>
            <a:prstDash val="solid"/>
          </a:ln>
        </p:spPr>
      </p:sp>
      <p:sp>
        <p:nvSpPr>
          <p:cNvPr id="231" name="Shape 228"/>
          <p:cNvSpPr/>
          <p:nvPr/>
        </p:nvSpPr>
        <p:spPr>
          <a:xfrm>
            <a:off x="10744200" y="6729984"/>
            <a:ext cx="109728" cy="109728"/>
          </a:xfrm>
          <a:prstGeom prst="ellipse">
            <a:avLst/>
          </a:prstGeom>
          <a:solidFill>
            <a:srgbClr val="E3E0D7"/>
          </a:solidFill>
          <a:ln w="12700">
            <a:solidFill>
              <a:srgbClr val="E3E0D7"/>
            </a:solidFill>
            <a:prstDash val="solid"/>
          </a:ln>
        </p:spPr>
      </p:sp>
      <p:sp>
        <p:nvSpPr>
          <p:cNvPr id="232" name="Text 229"/>
          <p:cNvSpPr txBox="1"/>
          <p:nvPr/>
        </p:nvSpPr>
        <p:spPr>
          <a:xfrm>
            <a:off x="12115800" y="6629400"/>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233" name="Shape 230"/>
          <p:cNvSpPr/>
          <p:nvPr/>
        </p:nvSpPr>
        <p:spPr>
          <a:xfrm>
            <a:off x="12573000" y="6729984"/>
            <a:ext cx="109728" cy="109728"/>
          </a:xfrm>
          <a:prstGeom prst="ellipse">
            <a:avLst/>
          </a:prstGeom>
          <a:solidFill>
            <a:srgbClr val="1C2B2F"/>
          </a:solidFill>
          <a:ln w="12700">
            <a:solidFill>
              <a:srgbClr val="1C2B2F"/>
            </a:solidFill>
            <a:prstDash val="solid"/>
          </a:ln>
        </p:spPr>
      </p:sp>
      <p:sp>
        <p:nvSpPr>
          <p:cNvPr id="234" name="Shape 231"/>
          <p:cNvSpPr/>
          <p:nvPr/>
        </p:nvSpPr>
        <p:spPr>
          <a:xfrm>
            <a:off x="12755880" y="6729984"/>
            <a:ext cx="109728" cy="109728"/>
          </a:xfrm>
          <a:prstGeom prst="ellipse">
            <a:avLst/>
          </a:prstGeom>
          <a:solidFill>
            <a:srgbClr val="1C2B2F"/>
          </a:solidFill>
          <a:ln w="12700">
            <a:solidFill>
              <a:srgbClr val="1C2B2F"/>
            </a:solidFill>
            <a:prstDash val="solid"/>
          </a:ln>
        </p:spPr>
      </p:sp>
      <p:sp>
        <p:nvSpPr>
          <p:cNvPr id="235" name="Shape 232"/>
          <p:cNvSpPr/>
          <p:nvPr/>
        </p:nvSpPr>
        <p:spPr>
          <a:xfrm>
            <a:off x="12938760" y="6729984"/>
            <a:ext cx="109728" cy="109728"/>
          </a:xfrm>
          <a:prstGeom prst="ellipse">
            <a:avLst/>
          </a:prstGeom>
          <a:solidFill>
            <a:srgbClr val="1C2B2F"/>
          </a:solidFill>
          <a:ln w="12700">
            <a:solidFill>
              <a:srgbClr val="1C2B2F"/>
            </a:solidFill>
            <a:prstDash val="solid"/>
          </a:ln>
        </p:spPr>
      </p:sp>
      <p:sp>
        <p:nvSpPr>
          <p:cNvPr id="236" name="Shape 233"/>
          <p:cNvSpPr/>
          <p:nvPr/>
        </p:nvSpPr>
        <p:spPr>
          <a:xfrm>
            <a:off x="13121640" y="6729984"/>
            <a:ext cx="109728" cy="109728"/>
          </a:xfrm>
          <a:prstGeom prst="ellipse">
            <a:avLst/>
          </a:prstGeom>
          <a:solidFill>
            <a:srgbClr val="E3E0D7"/>
          </a:solidFill>
          <a:ln w="12700">
            <a:solidFill>
              <a:srgbClr val="E3E0D7"/>
            </a:solidFill>
            <a:prstDash val="solid"/>
          </a:ln>
        </p:spPr>
      </p:sp>
      <p:sp>
        <p:nvSpPr>
          <p:cNvPr id="237" name="Shape 234"/>
          <p:cNvSpPr/>
          <p:nvPr/>
        </p:nvSpPr>
        <p:spPr>
          <a:xfrm>
            <a:off x="13304520" y="6729984"/>
            <a:ext cx="109728" cy="109728"/>
          </a:xfrm>
          <a:prstGeom prst="ellipse">
            <a:avLst/>
          </a:prstGeom>
          <a:solidFill>
            <a:srgbClr val="E3E0D7"/>
          </a:solidFill>
          <a:ln w="12700">
            <a:solidFill>
              <a:srgbClr val="E3E0D7"/>
            </a:solidFill>
            <a:prstDash val="solid"/>
          </a:ln>
        </p:spPr>
      </p:sp>
      <p:sp>
        <p:nvSpPr>
          <p:cNvPr id="238" name="Text 235"/>
          <p:cNvSpPr txBox="1"/>
          <p:nvPr/>
        </p:nvSpPr>
        <p:spPr>
          <a:xfrm>
            <a:off x="14676120" y="6620256"/>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13</a:t>
            </a:r>
            <a:endParaRPr lang="en-US" sz="2000" dirty="0"/>
          </a:p>
        </p:txBody>
      </p:sp>
      <p:sp>
        <p:nvSpPr>
          <p:cNvPr id="239" name="Shape 236"/>
          <p:cNvSpPr/>
          <p:nvPr/>
        </p:nvSpPr>
        <p:spPr>
          <a:xfrm>
            <a:off x="15361920" y="6748272"/>
            <a:ext cx="1508760" cy="82296"/>
          </a:xfrm>
          <a:prstGeom prst="roundRect">
            <a:avLst>
              <a:gd name="adj" fmla="val 44444"/>
            </a:avLst>
          </a:prstGeom>
          <a:solidFill>
            <a:srgbClr val="E3E0D7"/>
          </a:solidFill>
          <a:ln w="12700">
            <a:solidFill>
              <a:srgbClr val="E3E0D7"/>
            </a:solidFill>
            <a:prstDash val="solid"/>
          </a:ln>
        </p:spPr>
      </p:sp>
      <p:sp>
        <p:nvSpPr>
          <p:cNvPr id="240" name="Shape 237"/>
          <p:cNvSpPr/>
          <p:nvPr/>
        </p:nvSpPr>
        <p:spPr>
          <a:xfrm>
            <a:off x="15361920" y="6748272"/>
            <a:ext cx="980694" cy="82296"/>
          </a:xfrm>
          <a:prstGeom prst="roundRect">
            <a:avLst>
              <a:gd name="adj" fmla="val 44444"/>
            </a:avLst>
          </a:prstGeom>
          <a:solidFill>
            <a:srgbClr val="3E6670"/>
          </a:solidFill>
          <a:ln w="12700">
            <a:solidFill>
              <a:srgbClr val="3E6670"/>
            </a:solidFill>
            <a:prstDash val="solid"/>
          </a:ln>
        </p:spPr>
      </p:sp>
      <p:sp>
        <p:nvSpPr>
          <p:cNvPr id="241" name="Shape 238"/>
          <p:cNvSpPr/>
          <p:nvPr/>
        </p:nvSpPr>
        <p:spPr>
          <a:xfrm>
            <a:off x="1143000" y="7031736"/>
            <a:ext cx="16002000" cy="420624"/>
          </a:xfrm>
          <a:prstGeom prst="roundRect">
            <a:avLst>
              <a:gd name="adj" fmla="val 21739"/>
            </a:avLst>
          </a:prstGeom>
          <a:solidFill>
            <a:srgbClr val="FCFBF8"/>
          </a:solidFill>
          <a:ln w="9525">
            <a:solidFill>
              <a:srgbClr val="E3E0D7"/>
            </a:solidFill>
            <a:prstDash val="solid"/>
          </a:ln>
        </p:spPr>
      </p:sp>
      <p:sp>
        <p:nvSpPr>
          <p:cNvPr id="242" name="Shape 239"/>
          <p:cNvSpPr/>
          <p:nvPr/>
        </p:nvSpPr>
        <p:spPr>
          <a:xfrm>
            <a:off x="4297680" y="7031736"/>
            <a:ext cx="2331720" cy="420624"/>
          </a:xfrm>
          <a:prstGeom prst="rect">
            <a:avLst/>
          </a:prstGeom>
          <a:solidFill>
            <a:srgbClr val="E7EDEC"/>
          </a:solidFill>
          <a:ln w="12700">
            <a:solidFill>
              <a:srgbClr val="E7EDEC"/>
            </a:solidFill>
            <a:prstDash val="solid"/>
          </a:ln>
        </p:spPr>
      </p:sp>
      <p:sp>
        <p:nvSpPr>
          <p:cNvPr id="243" name="Text 240"/>
          <p:cNvSpPr txBox="1"/>
          <p:nvPr/>
        </p:nvSpPr>
        <p:spPr>
          <a:xfrm>
            <a:off x="1417320" y="7132320"/>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8.</a:t>
            </a:r>
            <a:endParaRPr lang="en-US" sz="1500" dirty="0"/>
          </a:p>
        </p:txBody>
      </p:sp>
      <p:sp>
        <p:nvSpPr>
          <p:cNvPr id="244" name="Text 241"/>
          <p:cNvSpPr txBox="1"/>
          <p:nvPr/>
        </p:nvSpPr>
        <p:spPr>
          <a:xfrm>
            <a:off x="1828800" y="7114032"/>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Finland</a:t>
            </a:r>
            <a:endParaRPr lang="en-US" sz="1700" dirty="0"/>
          </a:p>
        </p:txBody>
      </p:sp>
      <p:sp>
        <p:nvSpPr>
          <p:cNvPr id="245" name="Text 242"/>
          <p:cNvSpPr txBox="1"/>
          <p:nvPr/>
        </p:nvSpPr>
        <p:spPr>
          <a:xfrm>
            <a:off x="4434840" y="71048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246" name="Shape 243"/>
          <p:cNvSpPr/>
          <p:nvPr/>
        </p:nvSpPr>
        <p:spPr>
          <a:xfrm>
            <a:off x="4892040" y="7205472"/>
            <a:ext cx="109728" cy="109728"/>
          </a:xfrm>
          <a:prstGeom prst="ellipse">
            <a:avLst/>
          </a:prstGeom>
          <a:solidFill>
            <a:srgbClr val="1C2B2F"/>
          </a:solidFill>
          <a:ln w="12700">
            <a:solidFill>
              <a:srgbClr val="1C2B2F"/>
            </a:solidFill>
            <a:prstDash val="solid"/>
          </a:ln>
        </p:spPr>
      </p:sp>
      <p:sp>
        <p:nvSpPr>
          <p:cNvPr id="247" name="Shape 244"/>
          <p:cNvSpPr/>
          <p:nvPr/>
        </p:nvSpPr>
        <p:spPr>
          <a:xfrm>
            <a:off x="5074920" y="7205472"/>
            <a:ext cx="109728" cy="109728"/>
          </a:xfrm>
          <a:prstGeom prst="ellipse">
            <a:avLst/>
          </a:prstGeom>
          <a:solidFill>
            <a:srgbClr val="1C2B2F"/>
          </a:solidFill>
          <a:ln w="12700">
            <a:solidFill>
              <a:srgbClr val="1C2B2F"/>
            </a:solidFill>
            <a:prstDash val="solid"/>
          </a:ln>
        </p:spPr>
      </p:sp>
      <p:sp>
        <p:nvSpPr>
          <p:cNvPr id="248" name="Shape 245"/>
          <p:cNvSpPr/>
          <p:nvPr/>
        </p:nvSpPr>
        <p:spPr>
          <a:xfrm>
            <a:off x="5257800" y="7205472"/>
            <a:ext cx="109728" cy="109728"/>
          </a:xfrm>
          <a:prstGeom prst="ellipse">
            <a:avLst/>
          </a:prstGeom>
          <a:solidFill>
            <a:srgbClr val="1C2B2F"/>
          </a:solidFill>
          <a:ln w="12700">
            <a:solidFill>
              <a:srgbClr val="1C2B2F"/>
            </a:solidFill>
            <a:prstDash val="solid"/>
          </a:ln>
        </p:spPr>
      </p:sp>
      <p:sp>
        <p:nvSpPr>
          <p:cNvPr id="249" name="Shape 246"/>
          <p:cNvSpPr/>
          <p:nvPr/>
        </p:nvSpPr>
        <p:spPr>
          <a:xfrm>
            <a:off x="5440680" y="7205472"/>
            <a:ext cx="109728" cy="109728"/>
          </a:xfrm>
          <a:prstGeom prst="ellipse">
            <a:avLst/>
          </a:prstGeom>
          <a:solidFill>
            <a:srgbClr val="1C2B2F"/>
          </a:solidFill>
          <a:ln w="12700">
            <a:solidFill>
              <a:srgbClr val="1C2B2F"/>
            </a:solidFill>
            <a:prstDash val="solid"/>
          </a:ln>
        </p:spPr>
      </p:sp>
      <p:sp>
        <p:nvSpPr>
          <p:cNvPr id="250" name="Shape 247"/>
          <p:cNvSpPr/>
          <p:nvPr/>
        </p:nvSpPr>
        <p:spPr>
          <a:xfrm>
            <a:off x="5623560" y="7205472"/>
            <a:ext cx="109728" cy="109728"/>
          </a:xfrm>
          <a:prstGeom prst="ellipse">
            <a:avLst/>
          </a:prstGeom>
          <a:solidFill>
            <a:srgbClr val="1C2B2F"/>
          </a:solidFill>
          <a:ln w="12700">
            <a:solidFill>
              <a:srgbClr val="1C2B2F"/>
            </a:solidFill>
            <a:prstDash val="solid"/>
          </a:ln>
        </p:spPr>
      </p:sp>
      <p:sp>
        <p:nvSpPr>
          <p:cNvPr id="251" name="Text 248"/>
          <p:cNvSpPr txBox="1"/>
          <p:nvPr/>
        </p:nvSpPr>
        <p:spPr>
          <a:xfrm>
            <a:off x="6995160" y="71048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52" name="Shape 249"/>
          <p:cNvSpPr/>
          <p:nvPr/>
        </p:nvSpPr>
        <p:spPr>
          <a:xfrm>
            <a:off x="7452360" y="7205472"/>
            <a:ext cx="109728" cy="109728"/>
          </a:xfrm>
          <a:prstGeom prst="ellipse">
            <a:avLst/>
          </a:prstGeom>
          <a:solidFill>
            <a:srgbClr val="1C2B2F"/>
          </a:solidFill>
          <a:ln w="12700">
            <a:solidFill>
              <a:srgbClr val="1C2B2F"/>
            </a:solidFill>
            <a:prstDash val="solid"/>
          </a:ln>
        </p:spPr>
      </p:sp>
      <p:sp>
        <p:nvSpPr>
          <p:cNvPr id="253" name="Shape 250"/>
          <p:cNvSpPr/>
          <p:nvPr/>
        </p:nvSpPr>
        <p:spPr>
          <a:xfrm>
            <a:off x="7635240" y="7205472"/>
            <a:ext cx="109728" cy="109728"/>
          </a:xfrm>
          <a:prstGeom prst="ellipse">
            <a:avLst/>
          </a:prstGeom>
          <a:solidFill>
            <a:srgbClr val="1C2B2F"/>
          </a:solidFill>
          <a:ln w="12700">
            <a:solidFill>
              <a:srgbClr val="1C2B2F"/>
            </a:solidFill>
            <a:prstDash val="solid"/>
          </a:ln>
        </p:spPr>
      </p:sp>
      <p:sp>
        <p:nvSpPr>
          <p:cNvPr id="254" name="Shape 251"/>
          <p:cNvSpPr/>
          <p:nvPr/>
        </p:nvSpPr>
        <p:spPr>
          <a:xfrm>
            <a:off x="7818120" y="7205472"/>
            <a:ext cx="109728" cy="109728"/>
          </a:xfrm>
          <a:prstGeom prst="ellipse">
            <a:avLst/>
          </a:prstGeom>
          <a:solidFill>
            <a:srgbClr val="E3E0D7"/>
          </a:solidFill>
          <a:ln w="12700">
            <a:solidFill>
              <a:srgbClr val="E3E0D7"/>
            </a:solidFill>
            <a:prstDash val="solid"/>
          </a:ln>
        </p:spPr>
      </p:sp>
      <p:sp>
        <p:nvSpPr>
          <p:cNvPr id="255" name="Shape 252"/>
          <p:cNvSpPr/>
          <p:nvPr/>
        </p:nvSpPr>
        <p:spPr>
          <a:xfrm>
            <a:off x="8001000" y="7205472"/>
            <a:ext cx="109728" cy="109728"/>
          </a:xfrm>
          <a:prstGeom prst="ellipse">
            <a:avLst/>
          </a:prstGeom>
          <a:solidFill>
            <a:srgbClr val="E3E0D7"/>
          </a:solidFill>
          <a:ln w="12700">
            <a:solidFill>
              <a:srgbClr val="E3E0D7"/>
            </a:solidFill>
            <a:prstDash val="solid"/>
          </a:ln>
        </p:spPr>
      </p:sp>
      <p:sp>
        <p:nvSpPr>
          <p:cNvPr id="256" name="Shape 253"/>
          <p:cNvSpPr/>
          <p:nvPr/>
        </p:nvSpPr>
        <p:spPr>
          <a:xfrm>
            <a:off x="8183880" y="7205472"/>
            <a:ext cx="109728" cy="109728"/>
          </a:xfrm>
          <a:prstGeom prst="ellipse">
            <a:avLst/>
          </a:prstGeom>
          <a:solidFill>
            <a:srgbClr val="E3E0D7"/>
          </a:solidFill>
          <a:ln w="12700">
            <a:solidFill>
              <a:srgbClr val="E3E0D7"/>
            </a:solidFill>
            <a:prstDash val="solid"/>
          </a:ln>
        </p:spPr>
      </p:sp>
      <p:sp>
        <p:nvSpPr>
          <p:cNvPr id="257" name="Text 254"/>
          <p:cNvSpPr txBox="1"/>
          <p:nvPr/>
        </p:nvSpPr>
        <p:spPr>
          <a:xfrm>
            <a:off x="9555480" y="71048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58" name="Shape 255"/>
          <p:cNvSpPr/>
          <p:nvPr/>
        </p:nvSpPr>
        <p:spPr>
          <a:xfrm>
            <a:off x="10012680" y="7205472"/>
            <a:ext cx="109728" cy="109728"/>
          </a:xfrm>
          <a:prstGeom prst="ellipse">
            <a:avLst/>
          </a:prstGeom>
          <a:solidFill>
            <a:srgbClr val="1C2B2F"/>
          </a:solidFill>
          <a:ln w="12700">
            <a:solidFill>
              <a:srgbClr val="1C2B2F"/>
            </a:solidFill>
            <a:prstDash val="solid"/>
          </a:ln>
        </p:spPr>
      </p:sp>
      <p:sp>
        <p:nvSpPr>
          <p:cNvPr id="259" name="Shape 256"/>
          <p:cNvSpPr/>
          <p:nvPr/>
        </p:nvSpPr>
        <p:spPr>
          <a:xfrm>
            <a:off x="10195560" y="7205472"/>
            <a:ext cx="109728" cy="109728"/>
          </a:xfrm>
          <a:prstGeom prst="ellipse">
            <a:avLst/>
          </a:prstGeom>
          <a:solidFill>
            <a:srgbClr val="1C2B2F"/>
          </a:solidFill>
          <a:ln w="12700">
            <a:solidFill>
              <a:srgbClr val="1C2B2F"/>
            </a:solidFill>
            <a:prstDash val="solid"/>
          </a:ln>
        </p:spPr>
      </p:sp>
      <p:sp>
        <p:nvSpPr>
          <p:cNvPr id="260" name="Shape 257"/>
          <p:cNvSpPr/>
          <p:nvPr/>
        </p:nvSpPr>
        <p:spPr>
          <a:xfrm>
            <a:off x="10378440" y="7205472"/>
            <a:ext cx="109728" cy="109728"/>
          </a:xfrm>
          <a:prstGeom prst="ellipse">
            <a:avLst/>
          </a:prstGeom>
          <a:solidFill>
            <a:srgbClr val="E3E0D7"/>
          </a:solidFill>
          <a:ln w="12700">
            <a:solidFill>
              <a:srgbClr val="E3E0D7"/>
            </a:solidFill>
            <a:prstDash val="solid"/>
          </a:ln>
        </p:spPr>
      </p:sp>
      <p:sp>
        <p:nvSpPr>
          <p:cNvPr id="261" name="Shape 258"/>
          <p:cNvSpPr/>
          <p:nvPr/>
        </p:nvSpPr>
        <p:spPr>
          <a:xfrm>
            <a:off x="10561320" y="7205472"/>
            <a:ext cx="109728" cy="109728"/>
          </a:xfrm>
          <a:prstGeom prst="ellipse">
            <a:avLst/>
          </a:prstGeom>
          <a:solidFill>
            <a:srgbClr val="E3E0D7"/>
          </a:solidFill>
          <a:ln w="12700">
            <a:solidFill>
              <a:srgbClr val="E3E0D7"/>
            </a:solidFill>
            <a:prstDash val="solid"/>
          </a:ln>
        </p:spPr>
      </p:sp>
      <p:sp>
        <p:nvSpPr>
          <p:cNvPr id="262" name="Shape 259"/>
          <p:cNvSpPr/>
          <p:nvPr/>
        </p:nvSpPr>
        <p:spPr>
          <a:xfrm>
            <a:off x="10744200" y="7205472"/>
            <a:ext cx="109728" cy="109728"/>
          </a:xfrm>
          <a:prstGeom prst="ellipse">
            <a:avLst/>
          </a:prstGeom>
          <a:solidFill>
            <a:srgbClr val="E3E0D7"/>
          </a:solidFill>
          <a:ln w="12700">
            <a:solidFill>
              <a:srgbClr val="E3E0D7"/>
            </a:solidFill>
            <a:prstDash val="solid"/>
          </a:ln>
        </p:spPr>
      </p:sp>
      <p:sp>
        <p:nvSpPr>
          <p:cNvPr id="263" name="Text 260"/>
          <p:cNvSpPr txBox="1"/>
          <p:nvPr/>
        </p:nvSpPr>
        <p:spPr>
          <a:xfrm>
            <a:off x="12115800" y="7104888"/>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264" name="Shape 261"/>
          <p:cNvSpPr/>
          <p:nvPr/>
        </p:nvSpPr>
        <p:spPr>
          <a:xfrm>
            <a:off x="12573000" y="7205472"/>
            <a:ext cx="109728" cy="109728"/>
          </a:xfrm>
          <a:prstGeom prst="ellipse">
            <a:avLst/>
          </a:prstGeom>
          <a:solidFill>
            <a:srgbClr val="1C2B2F"/>
          </a:solidFill>
          <a:ln w="12700">
            <a:solidFill>
              <a:srgbClr val="1C2B2F"/>
            </a:solidFill>
            <a:prstDash val="solid"/>
          </a:ln>
        </p:spPr>
      </p:sp>
      <p:sp>
        <p:nvSpPr>
          <p:cNvPr id="265" name="Shape 262"/>
          <p:cNvSpPr/>
          <p:nvPr/>
        </p:nvSpPr>
        <p:spPr>
          <a:xfrm>
            <a:off x="12755880" y="7205472"/>
            <a:ext cx="109728" cy="109728"/>
          </a:xfrm>
          <a:prstGeom prst="ellipse">
            <a:avLst/>
          </a:prstGeom>
          <a:solidFill>
            <a:srgbClr val="1C2B2F"/>
          </a:solidFill>
          <a:ln w="12700">
            <a:solidFill>
              <a:srgbClr val="1C2B2F"/>
            </a:solidFill>
            <a:prstDash val="solid"/>
          </a:ln>
        </p:spPr>
      </p:sp>
      <p:sp>
        <p:nvSpPr>
          <p:cNvPr id="266" name="Shape 263"/>
          <p:cNvSpPr/>
          <p:nvPr/>
        </p:nvSpPr>
        <p:spPr>
          <a:xfrm>
            <a:off x="12938760" y="7205472"/>
            <a:ext cx="109728" cy="109728"/>
          </a:xfrm>
          <a:prstGeom prst="ellipse">
            <a:avLst/>
          </a:prstGeom>
          <a:solidFill>
            <a:srgbClr val="1C2B2F"/>
          </a:solidFill>
          <a:ln w="12700">
            <a:solidFill>
              <a:srgbClr val="1C2B2F"/>
            </a:solidFill>
            <a:prstDash val="solid"/>
          </a:ln>
        </p:spPr>
      </p:sp>
      <p:sp>
        <p:nvSpPr>
          <p:cNvPr id="267" name="Shape 264"/>
          <p:cNvSpPr/>
          <p:nvPr/>
        </p:nvSpPr>
        <p:spPr>
          <a:xfrm>
            <a:off x="13121640" y="7205472"/>
            <a:ext cx="109728" cy="109728"/>
          </a:xfrm>
          <a:prstGeom prst="ellipse">
            <a:avLst/>
          </a:prstGeom>
          <a:solidFill>
            <a:srgbClr val="E3E0D7"/>
          </a:solidFill>
          <a:ln w="12700">
            <a:solidFill>
              <a:srgbClr val="E3E0D7"/>
            </a:solidFill>
            <a:prstDash val="solid"/>
          </a:ln>
        </p:spPr>
      </p:sp>
      <p:sp>
        <p:nvSpPr>
          <p:cNvPr id="268" name="Shape 265"/>
          <p:cNvSpPr/>
          <p:nvPr/>
        </p:nvSpPr>
        <p:spPr>
          <a:xfrm>
            <a:off x="13304520" y="7205472"/>
            <a:ext cx="109728" cy="109728"/>
          </a:xfrm>
          <a:prstGeom prst="ellipse">
            <a:avLst/>
          </a:prstGeom>
          <a:solidFill>
            <a:srgbClr val="E3E0D7"/>
          </a:solidFill>
          <a:ln w="12700">
            <a:solidFill>
              <a:srgbClr val="E3E0D7"/>
            </a:solidFill>
            <a:prstDash val="solid"/>
          </a:ln>
        </p:spPr>
      </p:sp>
      <p:sp>
        <p:nvSpPr>
          <p:cNvPr id="269" name="Text 266"/>
          <p:cNvSpPr txBox="1"/>
          <p:nvPr/>
        </p:nvSpPr>
        <p:spPr>
          <a:xfrm>
            <a:off x="14676120" y="7095744"/>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12</a:t>
            </a:r>
            <a:endParaRPr lang="en-US" sz="2000" dirty="0"/>
          </a:p>
        </p:txBody>
      </p:sp>
      <p:sp>
        <p:nvSpPr>
          <p:cNvPr id="270" name="Shape 267"/>
          <p:cNvSpPr/>
          <p:nvPr/>
        </p:nvSpPr>
        <p:spPr>
          <a:xfrm>
            <a:off x="15361920" y="7223760"/>
            <a:ext cx="1508760" cy="82296"/>
          </a:xfrm>
          <a:prstGeom prst="roundRect">
            <a:avLst>
              <a:gd name="adj" fmla="val 44444"/>
            </a:avLst>
          </a:prstGeom>
          <a:solidFill>
            <a:srgbClr val="E3E0D7"/>
          </a:solidFill>
          <a:ln w="12700">
            <a:solidFill>
              <a:srgbClr val="E3E0D7"/>
            </a:solidFill>
            <a:prstDash val="solid"/>
          </a:ln>
        </p:spPr>
      </p:sp>
      <p:sp>
        <p:nvSpPr>
          <p:cNvPr id="271" name="Shape 268"/>
          <p:cNvSpPr/>
          <p:nvPr/>
        </p:nvSpPr>
        <p:spPr>
          <a:xfrm>
            <a:off x="15361920" y="7223760"/>
            <a:ext cx="905256" cy="82296"/>
          </a:xfrm>
          <a:prstGeom prst="roundRect">
            <a:avLst>
              <a:gd name="adj" fmla="val 44444"/>
            </a:avLst>
          </a:prstGeom>
          <a:solidFill>
            <a:srgbClr val="3E6670"/>
          </a:solidFill>
          <a:ln w="12700">
            <a:solidFill>
              <a:srgbClr val="3E6670"/>
            </a:solidFill>
            <a:prstDash val="solid"/>
          </a:ln>
        </p:spPr>
      </p:sp>
      <p:sp>
        <p:nvSpPr>
          <p:cNvPr id="272" name="Shape 269"/>
          <p:cNvSpPr/>
          <p:nvPr/>
        </p:nvSpPr>
        <p:spPr>
          <a:xfrm>
            <a:off x="1143000" y="7507224"/>
            <a:ext cx="16002000" cy="420624"/>
          </a:xfrm>
          <a:prstGeom prst="roundRect">
            <a:avLst>
              <a:gd name="adj" fmla="val 21739"/>
            </a:avLst>
          </a:prstGeom>
          <a:solidFill>
            <a:srgbClr val="FCFBF8"/>
          </a:solidFill>
          <a:ln w="9525">
            <a:solidFill>
              <a:srgbClr val="E3E0D7"/>
            </a:solidFill>
            <a:prstDash val="solid"/>
          </a:ln>
        </p:spPr>
      </p:sp>
      <p:sp>
        <p:nvSpPr>
          <p:cNvPr id="273" name="Shape 270"/>
          <p:cNvSpPr/>
          <p:nvPr/>
        </p:nvSpPr>
        <p:spPr>
          <a:xfrm>
            <a:off x="4297680" y="7507224"/>
            <a:ext cx="2331720" cy="420624"/>
          </a:xfrm>
          <a:prstGeom prst="rect">
            <a:avLst/>
          </a:prstGeom>
          <a:solidFill>
            <a:srgbClr val="E7EDEC"/>
          </a:solidFill>
          <a:ln w="12700">
            <a:solidFill>
              <a:srgbClr val="E7EDEC"/>
            </a:solidFill>
            <a:prstDash val="solid"/>
          </a:ln>
        </p:spPr>
      </p:sp>
      <p:sp>
        <p:nvSpPr>
          <p:cNvPr id="274" name="Text 271"/>
          <p:cNvSpPr txBox="1"/>
          <p:nvPr/>
        </p:nvSpPr>
        <p:spPr>
          <a:xfrm>
            <a:off x="1417320" y="7607808"/>
            <a:ext cx="457200" cy="274320"/>
          </a:xfrm>
          <a:prstGeom prst="rect">
            <a:avLst/>
          </a:prstGeom>
          <a:noFill/>
          <a:ln/>
        </p:spPr>
        <p:txBody>
          <a:bodyPr wrap="square" lIns="0" tIns="0" rIns="0" bIns="0" rtlCol="0" anchor="t"/>
          <a:lstStyle/>
          <a:p>
            <a:pPr indent="0" marL="0">
              <a:buNone/>
            </a:pPr>
            <a:r>
              <a:rPr lang="en-US" sz="1500" dirty="0">
                <a:solidFill>
                  <a:srgbClr val="8A9A9D"/>
                </a:solidFill>
                <a:latin typeface="Geist" pitchFamily="34" charset="0"/>
                <a:ea typeface="Geist" pitchFamily="34" charset="-122"/>
                <a:cs typeface="Geist" pitchFamily="34" charset="-120"/>
              </a:rPr>
              <a:t>9.</a:t>
            </a:r>
            <a:endParaRPr lang="en-US" sz="1500" dirty="0"/>
          </a:p>
        </p:txBody>
      </p:sp>
      <p:sp>
        <p:nvSpPr>
          <p:cNvPr id="275" name="Text 272"/>
          <p:cNvSpPr txBox="1"/>
          <p:nvPr/>
        </p:nvSpPr>
        <p:spPr>
          <a:xfrm>
            <a:off x="1828800" y="7589520"/>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Poland</a:t>
            </a:r>
            <a:endParaRPr lang="en-US" sz="1700" dirty="0"/>
          </a:p>
        </p:txBody>
      </p:sp>
      <p:sp>
        <p:nvSpPr>
          <p:cNvPr id="276" name="Text 273"/>
          <p:cNvSpPr txBox="1"/>
          <p:nvPr/>
        </p:nvSpPr>
        <p:spPr>
          <a:xfrm>
            <a:off x="4434840" y="75803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277" name="Shape 274"/>
          <p:cNvSpPr/>
          <p:nvPr/>
        </p:nvSpPr>
        <p:spPr>
          <a:xfrm>
            <a:off x="4892040" y="7680960"/>
            <a:ext cx="109728" cy="109728"/>
          </a:xfrm>
          <a:prstGeom prst="ellipse">
            <a:avLst/>
          </a:prstGeom>
          <a:solidFill>
            <a:srgbClr val="1C2B2F"/>
          </a:solidFill>
          <a:ln w="12700">
            <a:solidFill>
              <a:srgbClr val="1C2B2F"/>
            </a:solidFill>
            <a:prstDash val="solid"/>
          </a:ln>
        </p:spPr>
      </p:sp>
      <p:sp>
        <p:nvSpPr>
          <p:cNvPr id="278" name="Shape 275"/>
          <p:cNvSpPr/>
          <p:nvPr/>
        </p:nvSpPr>
        <p:spPr>
          <a:xfrm>
            <a:off x="5074920" y="7680960"/>
            <a:ext cx="109728" cy="109728"/>
          </a:xfrm>
          <a:prstGeom prst="ellipse">
            <a:avLst/>
          </a:prstGeom>
          <a:solidFill>
            <a:srgbClr val="1C2B2F"/>
          </a:solidFill>
          <a:ln w="12700">
            <a:solidFill>
              <a:srgbClr val="1C2B2F"/>
            </a:solidFill>
            <a:prstDash val="solid"/>
          </a:ln>
        </p:spPr>
      </p:sp>
      <p:sp>
        <p:nvSpPr>
          <p:cNvPr id="279" name="Shape 276"/>
          <p:cNvSpPr/>
          <p:nvPr/>
        </p:nvSpPr>
        <p:spPr>
          <a:xfrm>
            <a:off x="5257800" y="7680960"/>
            <a:ext cx="109728" cy="109728"/>
          </a:xfrm>
          <a:prstGeom prst="ellipse">
            <a:avLst/>
          </a:prstGeom>
          <a:solidFill>
            <a:srgbClr val="1C2B2F"/>
          </a:solidFill>
          <a:ln w="12700">
            <a:solidFill>
              <a:srgbClr val="1C2B2F"/>
            </a:solidFill>
            <a:prstDash val="solid"/>
          </a:ln>
        </p:spPr>
      </p:sp>
      <p:sp>
        <p:nvSpPr>
          <p:cNvPr id="280" name="Shape 277"/>
          <p:cNvSpPr/>
          <p:nvPr/>
        </p:nvSpPr>
        <p:spPr>
          <a:xfrm>
            <a:off x="5440680" y="7680960"/>
            <a:ext cx="109728" cy="109728"/>
          </a:xfrm>
          <a:prstGeom prst="ellipse">
            <a:avLst/>
          </a:prstGeom>
          <a:solidFill>
            <a:srgbClr val="1C2B2F"/>
          </a:solidFill>
          <a:ln w="12700">
            <a:solidFill>
              <a:srgbClr val="1C2B2F"/>
            </a:solidFill>
            <a:prstDash val="solid"/>
          </a:ln>
        </p:spPr>
      </p:sp>
      <p:sp>
        <p:nvSpPr>
          <p:cNvPr id="281" name="Shape 278"/>
          <p:cNvSpPr/>
          <p:nvPr/>
        </p:nvSpPr>
        <p:spPr>
          <a:xfrm>
            <a:off x="5623560" y="7680960"/>
            <a:ext cx="109728" cy="109728"/>
          </a:xfrm>
          <a:prstGeom prst="ellipse">
            <a:avLst/>
          </a:prstGeom>
          <a:solidFill>
            <a:srgbClr val="1C2B2F"/>
          </a:solidFill>
          <a:ln w="12700">
            <a:solidFill>
              <a:srgbClr val="1C2B2F"/>
            </a:solidFill>
            <a:prstDash val="solid"/>
          </a:ln>
        </p:spPr>
      </p:sp>
      <p:sp>
        <p:nvSpPr>
          <p:cNvPr id="282" name="Text 279"/>
          <p:cNvSpPr txBox="1"/>
          <p:nvPr/>
        </p:nvSpPr>
        <p:spPr>
          <a:xfrm>
            <a:off x="6995160" y="75803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4</a:t>
            </a:r>
            <a:endParaRPr lang="en-US" sz="1800" dirty="0"/>
          </a:p>
        </p:txBody>
      </p:sp>
      <p:sp>
        <p:nvSpPr>
          <p:cNvPr id="283" name="Shape 280"/>
          <p:cNvSpPr/>
          <p:nvPr/>
        </p:nvSpPr>
        <p:spPr>
          <a:xfrm>
            <a:off x="7452360" y="7680960"/>
            <a:ext cx="109728" cy="109728"/>
          </a:xfrm>
          <a:prstGeom prst="ellipse">
            <a:avLst/>
          </a:prstGeom>
          <a:solidFill>
            <a:srgbClr val="1C2B2F"/>
          </a:solidFill>
          <a:ln w="12700">
            <a:solidFill>
              <a:srgbClr val="1C2B2F"/>
            </a:solidFill>
            <a:prstDash val="solid"/>
          </a:ln>
        </p:spPr>
      </p:sp>
      <p:sp>
        <p:nvSpPr>
          <p:cNvPr id="284" name="Shape 281"/>
          <p:cNvSpPr/>
          <p:nvPr/>
        </p:nvSpPr>
        <p:spPr>
          <a:xfrm>
            <a:off x="7635240" y="7680960"/>
            <a:ext cx="109728" cy="109728"/>
          </a:xfrm>
          <a:prstGeom prst="ellipse">
            <a:avLst/>
          </a:prstGeom>
          <a:solidFill>
            <a:srgbClr val="1C2B2F"/>
          </a:solidFill>
          <a:ln w="12700">
            <a:solidFill>
              <a:srgbClr val="1C2B2F"/>
            </a:solidFill>
            <a:prstDash val="solid"/>
          </a:ln>
        </p:spPr>
      </p:sp>
      <p:sp>
        <p:nvSpPr>
          <p:cNvPr id="285" name="Shape 282"/>
          <p:cNvSpPr/>
          <p:nvPr/>
        </p:nvSpPr>
        <p:spPr>
          <a:xfrm>
            <a:off x="7818120" y="7680960"/>
            <a:ext cx="109728" cy="109728"/>
          </a:xfrm>
          <a:prstGeom prst="ellipse">
            <a:avLst/>
          </a:prstGeom>
          <a:solidFill>
            <a:srgbClr val="1C2B2F"/>
          </a:solidFill>
          <a:ln w="12700">
            <a:solidFill>
              <a:srgbClr val="1C2B2F"/>
            </a:solidFill>
            <a:prstDash val="solid"/>
          </a:ln>
        </p:spPr>
      </p:sp>
      <p:sp>
        <p:nvSpPr>
          <p:cNvPr id="286" name="Shape 283"/>
          <p:cNvSpPr/>
          <p:nvPr/>
        </p:nvSpPr>
        <p:spPr>
          <a:xfrm>
            <a:off x="8001000" y="7680960"/>
            <a:ext cx="109728" cy="109728"/>
          </a:xfrm>
          <a:prstGeom prst="ellipse">
            <a:avLst/>
          </a:prstGeom>
          <a:solidFill>
            <a:srgbClr val="1C2B2F"/>
          </a:solidFill>
          <a:ln w="12700">
            <a:solidFill>
              <a:srgbClr val="1C2B2F"/>
            </a:solidFill>
            <a:prstDash val="solid"/>
          </a:ln>
        </p:spPr>
      </p:sp>
      <p:sp>
        <p:nvSpPr>
          <p:cNvPr id="287" name="Shape 284"/>
          <p:cNvSpPr/>
          <p:nvPr/>
        </p:nvSpPr>
        <p:spPr>
          <a:xfrm>
            <a:off x="8183880" y="7680960"/>
            <a:ext cx="109728" cy="109728"/>
          </a:xfrm>
          <a:prstGeom prst="ellipse">
            <a:avLst/>
          </a:prstGeom>
          <a:solidFill>
            <a:srgbClr val="E3E0D7"/>
          </a:solidFill>
          <a:ln w="12700">
            <a:solidFill>
              <a:srgbClr val="E3E0D7"/>
            </a:solidFill>
            <a:prstDash val="solid"/>
          </a:ln>
        </p:spPr>
      </p:sp>
      <p:sp>
        <p:nvSpPr>
          <p:cNvPr id="288" name="Text 285"/>
          <p:cNvSpPr txBox="1"/>
          <p:nvPr/>
        </p:nvSpPr>
        <p:spPr>
          <a:xfrm>
            <a:off x="9555480" y="75803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1</a:t>
            </a:r>
            <a:endParaRPr lang="en-US" sz="1800" dirty="0"/>
          </a:p>
        </p:txBody>
      </p:sp>
      <p:sp>
        <p:nvSpPr>
          <p:cNvPr id="289" name="Shape 286"/>
          <p:cNvSpPr/>
          <p:nvPr/>
        </p:nvSpPr>
        <p:spPr>
          <a:xfrm>
            <a:off x="10012680" y="7680960"/>
            <a:ext cx="109728" cy="109728"/>
          </a:xfrm>
          <a:prstGeom prst="ellipse">
            <a:avLst/>
          </a:prstGeom>
          <a:solidFill>
            <a:srgbClr val="1C2B2F"/>
          </a:solidFill>
          <a:ln w="12700">
            <a:solidFill>
              <a:srgbClr val="1C2B2F"/>
            </a:solidFill>
            <a:prstDash val="solid"/>
          </a:ln>
        </p:spPr>
      </p:sp>
      <p:sp>
        <p:nvSpPr>
          <p:cNvPr id="290" name="Shape 287"/>
          <p:cNvSpPr/>
          <p:nvPr/>
        </p:nvSpPr>
        <p:spPr>
          <a:xfrm>
            <a:off x="10195560" y="7680960"/>
            <a:ext cx="109728" cy="109728"/>
          </a:xfrm>
          <a:prstGeom prst="ellipse">
            <a:avLst/>
          </a:prstGeom>
          <a:solidFill>
            <a:srgbClr val="E3E0D7"/>
          </a:solidFill>
          <a:ln w="12700">
            <a:solidFill>
              <a:srgbClr val="E3E0D7"/>
            </a:solidFill>
            <a:prstDash val="solid"/>
          </a:ln>
        </p:spPr>
      </p:sp>
      <p:sp>
        <p:nvSpPr>
          <p:cNvPr id="291" name="Shape 288"/>
          <p:cNvSpPr/>
          <p:nvPr/>
        </p:nvSpPr>
        <p:spPr>
          <a:xfrm>
            <a:off x="10378440" y="7680960"/>
            <a:ext cx="109728" cy="109728"/>
          </a:xfrm>
          <a:prstGeom prst="ellipse">
            <a:avLst/>
          </a:prstGeom>
          <a:solidFill>
            <a:srgbClr val="E3E0D7"/>
          </a:solidFill>
          <a:ln w="12700">
            <a:solidFill>
              <a:srgbClr val="E3E0D7"/>
            </a:solidFill>
            <a:prstDash val="solid"/>
          </a:ln>
        </p:spPr>
      </p:sp>
      <p:sp>
        <p:nvSpPr>
          <p:cNvPr id="292" name="Shape 289"/>
          <p:cNvSpPr/>
          <p:nvPr/>
        </p:nvSpPr>
        <p:spPr>
          <a:xfrm>
            <a:off x="10561320" y="7680960"/>
            <a:ext cx="109728" cy="109728"/>
          </a:xfrm>
          <a:prstGeom prst="ellipse">
            <a:avLst/>
          </a:prstGeom>
          <a:solidFill>
            <a:srgbClr val="E3E0D7"/>
          </a:solidFill>
          <a:ln w="12700">
            <a:solidFill>
              <a:srgbClr val="E3E0D7"/>
            </a:solidFill>
            <a:prstDash val="solid"/>
          </a:ln>
        </p:spPr>
      </p:sp>
      <p:sp>
        <p:nvSpPr>
          <p:cNvPr id="293" name="Shape 290"/>
          <p:cNvSpPr/>
          <p:nvPr/>
        </p:nvSpPr>
        <p:spPr>
          <a:xfrm>
            <a:off x="10744200" y="7680960"/>
            <a:ext cx="109728" cy="109728"/>
          </a:xfrm>
          <a:prstGeom prst="ellipse">
            <a:avLst/>
          </a:prstGeom>
          <a:solidFill>
            <a:srgbClr val="E3E0D7"/>
          </a:solidFill>
          <a:ln w="12700">
            <a:solidFill>
              <a:srgbClr val="E3E0D7"/>
            </a:solidFill>
            <a:prstDash val="solid"/>
          </a:ln>
        </p:spPr>
      </p:sp>
      <p:sp>
        <p:nvSpPr>
          <p:cNvPr id="294" name="Text 291"/>
          <p:cNvSpPr txBox="1"/>
          <p:nvPr/>
        </p:nvSpPr>
        <p:spPr>
          <a:xfrm>
            <a:off x="12115800" y="7580376"/>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2</a:t>
            </a:r>
            <a:endParaRPr lang="en-US" sz="1800" dirty="0"/>
          </a:p>
        </p:txBody>
      </p:sp>
      <p:sp>
        <p:nvSpPr>
          <p:cNvPr id="295" name="Shape 292"/>
          <p:cNvSpPr/>
          <p:nvPr/>
        </p:nvSpPr>
        <p:spPr>
          <a:xfrm>
            <a:off x="12573000" y="7680960"/>
            <a:ext cx="109728" cy="109728"/>
          </a:xfrm>
          <a:prstGeom prst="ellipse">
            <a:avLst/>
          </a:prstGeom>
          <a:solidFill>
            <a:srgbClr val="1C2B2F"/>
          </a:solidFill>
          <a:ln w="12700">
            <a:solidFill>
              <a:srgbClr val="1C2B2F"/>
            </a:solidFill>
            <a:prstDash val="solid"/>
          </a:ln>
        </p:spPr>
      </p:sp>
      <p:sp>
        <p:nvSpPr>
          <p:cNvPr id="296" name="Shape 293"/>
          <p:cNvSpPr/>
          <p:nvPr/>
        </p:nvSpPr>
        <p:spPr>
          <a:xfrm>
            <a:off x="12755880" y="7680960"/>
            <a:ext cx="109728" cy="109728"/>
          </a:xfrm>
          <a:prstGeom prst="ellipse">
            <a:avLst/>
          </a:prstGeom>
          <a:solidFill>
            <a:srgbClr val="1C2B2F"/>
          </a:solidFill>
          <a:ln w="12700">
            <a:solidFill>
              <a:srgbClr val="1C2B2F"/>
            </a:solidFill>
            <a:prstDash val="solid"/>
          </a:ln>
        </p:spPr>
      </p:sp>
      <p:sp>
        <p:nvSpPr>
          <p:cNvPr id="297" name="Shape 294"/>
          <p:cNvSpPr/>
          <p:nvPr/>
        </p:nvSpPr>
        <p:spPr>
          <a:xfrm>
            <a:off x="12938760" y="7680960"/>
            <a:ext cx="109728" cy="109728"/>
          </a:xfrm>
          <a:prstGeom prst="ellipse">
            <a:avLst/>
          </a:prstGeom>
          <a:solidFill>
            <a:srgbClr val="E3E0D7"/>
          </a:solidFill>
          <a:ln w="12700">
            <a:solidFill>
              <a:srgbClr val="E3E0D7"/>
            </a:solidFill>
            <a:prstDash val="solid"/>
          </a:ln>
        </p:spPr>
      </p:sp>
      <p:sp>
        <p:nvSpPr>
          <p:cNvPr id="298" name="Shape 295"/>
          <p:cNvSpPr/>
          <p:nvPr/>
        </p:nvSpPr>
        <p:spPr>
          <a:xfrm>
            <a:off x="13121640" y="7680960"/>
            <a:ext cx="109728" cy="109728"/>
          </a:xfrm>
          <a:prstGeom prst="ellipse">
            <a:avLst/>
          </a:prstGeom>
          <a:solidFill>
            <a:srgbClr val="E3E0D7"/>
          </a:solidFill>
          <a:ln w="12700">
            <a:solidFill>
              <a:srgbClr val="E3E0D7"/>
            </a:solidFill>
            <a:prstDash val="solid"/>
          </a:ln>
        </p:spPr>
      </p:sp>
      <p:sp>
        <p:nvSpPr>
          <p:cNvPr id="299" name="Shape 296"/>
          <p:cNvSpPr/>
          <p:nvPr/>
        </p:nvSpPr>
        <p:spPr>
          <a:xfrm>
            <a:off x="13304520" y="7680960"/>
            <a:ext cx="109728" cy="109728"/>
          </a:xfrm>
          <a:prstGeom prst="ellipse">
            <a:avLst/>
          </a:prstGeom>
          <a:solidFill>
            <a:srgbClr val="E3E0D7"/>
          </a:solidFill>
          <a:ln w="12700">
            <a:solidFill>
              <a:srgbClr val="E3E0D7"/>
            </a:solidFill>
            <a:prstDash val="solid"/>
          </a:ln>
        </p:spPr>
      </p:sp>
      <p:sp>
        <p:nvSpPr>
          <p:cNvPr id="300" name="Text 297"/>
          <p:cNvSpPr txBox="1"/>
          <p:nvPr/>
        </p:nvSpPr>
        <p:spPr>
          <a:xfrm>
            <a:off x="14676120" y="7571232"/>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12</a:t>
            </a:r>
            <a:endParaRPr lang="en-US" sz="2000" dirty="0"/>
          </a:p>
        </p:txBody>
      </p:sp>
      <p:sp>
        <p:nvSpPr>
          <p:cNvPr id="301" name="Shape 298"/>
          <p:cNvSpPr/>
          <p:nvPr/>
        </p:nvSpPr>
        <p:spPr>
          <a:xfrm>
            <a:off x="15361920" y="7699248"/>
            <a:ext cx="1508760" cy="82296"/>
          </a:xfrm>
          <a:prstGeom prst="roundRect">
            <a:avLst>
              <a:gd name="adj" fmla="val 44444"/>
            </a:avLst>
          </a:prstGeom>
          <a:solidFill>
            <a:srgbClr val="E3E0D7"/>
          </a:solidFill>
          <a:ln w="12700">
            <a:solidFill>
              <a:srgbClr val="E3E0D7"/>
            </a:solidFill>
            <a:prstDash val="solid"/>
          </a:ln>
        </p:spPr>
      </p:sp>
      <p:sp>
        <p:nvSpPr>
          <p:cNvPr id="302" name="Shape 299"/>
          <p:cNvSpPr/>
          <p:nvPr/>
        </p:nvSpPr>
        <p:spPr>
          <a:xfrm>
            <a:off x="15361920" y="7699248"/>
            <a:ext cx="905256" cy="82296"/>
          </a:xfrm>
          <a:prstGeom prst="roundRect">
            <a:avLst>
              <a:gd name="adj" fmla="val 44444"/>
            </a:avLst>
          </a:prstGeom>
          <a:solidFill>
            <a:srgbClr val="3E6670"/>
          </a:solidFill>
          <a:ln w="12700">
            <a:solidFill>
              <a:srgbClr val="3E6670"/>
            </a:solidFill>
            <a:prstDash val="solid"/>
          </a:ln>
        </p:spPr>
      </p:sp>
      <p:sp>
        <p:nvSpPr>
          <p:cNvPr id="303" name="Shape 300"/>
          <p:cNvSpPr/>
          <p:nvPr/>
        </p:nvSpPr>
        <p:spPr>
          <a:xfrm>
            <a:off x="1143000" y="7982712"/>
            <a:ext cx="16002000" cy="420624"/>
          </a:xfrm>
          <a:prstGeom prst="roundRect">
            <a:avLst>
              <a:gd name="adj" fmla="val 21739"/>
            </a:avLst>
          </a:prstGeom>
          <a:solidFill>
            <a:srgbClr val="FCFBF8"/>
          </a:solidFill>
          <a:ln w="9525">
            <a:solidFill>
              <a:srgbClr val="E3E0D7"/>
            </a:solidFill>
            <a:prstDash val="solid"/>
          </a:ln>
        </p:spPr>
      </p:sp>
      <p:sp>
        <p:nvSpPr>
          <p:cNvPr id="304" name="Shape 301"/>
          <p:cNvSpPr/>
          <p:nvPr/>
        </p:nvSpPr>
        <p:spPr>
          <a:xfrm>
            <a:off x="4297680" y="7982712"/>
            <a:ext cx="2331720" cy="420624"/>
          </a:xfrm>
          <a:prstGeom prst="rect">
            <a:avLst/>
          </a:prstGeom>
          <a:solidFill>
            <a:srgbClr val="E7EDEC"/>
          </a:solidFill>
          <a:ln w="12700">
            <a:solidFill>
              <a:srgbClr val="E7EDEC"/>
            </a:solidFill>
            <a:prstDash val="solid"/>
          </a:ln>
        </p:spPr>
      </p:sp>
      <p:sp>
        <p:nvSpPr>
          <p:cNvPr id="305" name="Text 302"/>
          <p:cNvSpPr txBox="1"/>
          <p:nvPr/>
        </p:nvSpPr>
        <p:spPr>
          <a:xfrm>
            <a:off x="1417320" y="8083296"/>
            <a:ext cx="457200" cy="274320"/>
          </a:xfrm>
          <a:prstGeom prst="rect">
            <a:avLst/>
          </a:prstGeom>
          <a:noFill/>
          <a:ln/>
        </p:spPr>
        <p:txBody>
          <a:bodyPr wrap="square" lIns="0" tIns="0" rIns="0" bIns="0" rtlCol="0" anchor="t"/>
          <a:lstStyle/>
          <a:p>
            <a:pPr indent="0" marL="0">
              <a:buNone/>
            </a:pPr>
            <a:endParaRPr lang="en-US" sz="1500" dirty="0"/>
          </a:p>
        </p:txBody>
      </p:sp>
      <p:sp>
        <p:nvSpPr>
          <p:cNvPr id="306" name="Text 303"/>
          <p:cNvSpPr txBox="1"/>
          <p:nvPr/>
        </p:nvSpPr>
        <p:spPr>
          <a:xfrm>
            <a:off x="1828800" y="8065008"/>
            <a:ext cx="1737360" cy="292608"/>
          </a:xfrm>
          <a:prstGeom prst="rect">
            <a:avLst/>
          </a:prstGeom>
          <a:noFill/>
          <a:ln/>
        </p:spPr>
        <p:txBody>
          <a:bodyPr wrap="square" lIns="0" tIns="0" rIns="0" bIns="0" rtlCol="0" anchor="t"/>
          <a:lstStyle/>
          <a:p>
            <a:pPr indent="0" marL="0">
              <a:buNone/>
            </a:pPr>
            <a:r>
              <a:rPr lang="en-US" sz="1700" dirty="0">
                <a:solidFill>
                  <a:srgbClr val="1C2B2F"/>
                </a:solidFill>
                <a:latin typeface="Geist Medium" pitchFamily="34" charset="0"/>
                <a:ea typeface="Geist Medium" pitchFamily="34" charset="-122"/>
                <a:cs typeface="Geist Medium" pitchFamily="34" charset="-120"/>
              </a:rPr>
              <a:t>Switzerland</a:t>
            </a:r>
            <a:endParaRPr lang="en-US" sz="1700" dirty="0"/>
          </a:p>
        </p:txBody>
      </p:sp>
      <p:sp>
        <p:nvSpPr>
          <p:cNvPr id="307" name="Text 304"/>
          <p:cNvSpPr txBox="1"/>
          <p:nvPr/>
        </p:nvSpPr>
        <p:spPr>
          <a:xfrm>
            <a:off x="3154680" y="8110728"/>
            <a:ext cx="1097280" cy="274320"/>
          </a:xfrm>
          <a:prstGeom prst="rect">
            <a:avLst/>
          </a:prstGeom>
          <a:noFill/>
          <a:ln/>
        </p:spPr>
        <p:txBody>
          <a:bodyPr wrap="square" lIns="0" tIns="0" rIns="0" bIns="0" rtlCol="0" anchor="t"/>
          <a:lstStyle/>
          <a:p>
            <a:pPr indent="0" marL="0">
              <a:buNone/>
            </a:pPr>
            <a:r>
              <a:rPr lang="en-US" sz="1150" dirty="0">
                <a:solidFill>
                  <a:srgbClr val="8A9A9D"/>
                </a:solidFill>
                <a:latin typeface="Geist" pitchFamily="34" charset="0"/>
                <a:ea typeface="Geist" pitchFamily="34" charset="-122"/>
                <a:cs typeface="Geist" pitchFamily="34" charset="-120"/>
              </a:rPr>
              <a:t>outside EU</a:t>
            </a:r>
            <a:endParaRPr lang="en-US" sz="1150" dirty="0"/>
          </a:p>
        </p:txBody>
      </p:sp>
      <p:sp>
        <p:nvSpPr>
          <p:cNvPr id="308" name="Text 305"/>
          <p:cNvSpPr txBox="1"/>
          <p:nvPr/>
        </p:nvSpPr>
        <p:spPr>
          <a:xfrm>
            <a:off x="4434840" y="80558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309" name="Shape 306"/>
          <p:cNvSpPr/>
          <p:nvPr/>
        </p:nvSpPr>
        <p:spPr>
          <a:xfrm>
            <a:off x="4892040" y="8156448"/>
            <a:ext cx="109728" cy="109728"/>
          </a:xfrm>
          <a:prstGeom prst="ellipse">
            <a:avLst/>
          </a:prstGeom>
          <a:solidFill>
            <a:srgbClr val="1C2B2F"/>
          </a:solidFill>
          <a:ln w="12700">
            <a:solidFill>
              <a:srgbClr val="1C2B2F"/>
            </a:solidFill>
            <a:prstDash val="solid"/>
          </a:ln>
        </p:spPr>
      </p:sp>
      <p:sp>
        <p:nvSpPr>
          <p:cNvPr id="310" name="Shape 307"/>
          <p:cNvSpPr/>
          <p:nvPr/>
        </p:nvSpPr>
        <p:spPr>
          <a:xfrm>
            <a:off x="5074920" y="8156448"/>
            <a:ext cx="109728" cy="109728"/>
          </a:xfrm>
          <a:prstGeom prst="ellipse">
            <a:avLst/>
          </a:prstGeom>
          <a:solidFill>
            <a:srgbClr val="1C2B2F"/>
          </a:solidFill>
          <a:ln w="12700">
            <a:solidFill>
              <a:srgbClr val="1C2B2F"/>
            </a:solidFill>
            <a:prstDash val="solid"/>
          </a:ln>
        </p:spPr>
      </p:sp>
      <p:sp>
        <p:nvSpPr>
          <p:cNvPr id="311" name="Shape 308"/>
          <p:cNvSpPr/>
          <p:nvPr/>
        </p:nvSpPr>
        <p:spPr>
          <a:xfrm>
            <a:off x="5257800" y="8156448"/>
            <a:ext cx="109728" cy="109728"/>
          </a:xfrm>
          <a:prstGeom prst="ellipse">
            <a:avLst/>
          </a:prstGeom>
          <a:solidFill>
            <a:srgbClr val="1C2B2F"/>
          </a:solidFill>
          <a:ln w="12700">
            <a:solidFill>
              <a:srgbClr val="1C2B2F"/>
            </a:solidFill>
            <a:prstDash val="solid"/>
          </a:ln>
        </p:spPr>
      </p:sp>
      <p:sp>
        <p:nvSpPr>
          <p:cNvPr id="312" name="Shape 309"/>
          <p:cNvSpPr/>
          <p:nvPr/>
        </p:nvSpPr>
        <p:spPr>
          <a:xfrm>
            <a:off x="5440680" y="8156448"/>
            <a:ext cx="109728" cy="109728"/>
          </a:xfrm>
          <a:prstGeom prst="ellipse">
            <a:avLst/>
          </a:prstGeom>
          <a:solidFill>
            <a:srgbClr val="1C2B2F"/>
          </a:solidFill>
          <a:ln w="12700">
            <a:solidFill>
              <a:srgbClr val="1C2B2F"/>
            </a:solidFill>
            <a:prstDash val="solid"/>
          </a:ln>
        </p:spPr>
      </p:sp>
      <p:sp>
        <p:nvSpPr>
          <p:cNvPr id="313" name="Shape 310"/>
          <p:cNvSpPr/>
          <p:nvPr/>
        </p:nvSpPr>
        <p:spPr>
          <a:xfrm>
            <a:off x="5623560" y="8156448"/>
            <a:ext cx="109728" cy="109728"/>
          </a:xfrm>
          <a:prstGeom prst="ellipse">
            <a:avLst/>
          </a:prstGeom>
          <a:solidFill>
            <a:srgbClr val="1C2B2F"/>
          </a:solidFill>
          <a:ln w="12700">
            <a:solidFill>
              <a:srgbClr val="1C2B2F"/>
            </a:solidFill>
            <a:prstDash val="solid"/>
          </a:ln>
        </p:spPr>
      </p:sp>
      <p:sp>
        <p:nvSpPr>
          <p:cNvPr id="314" name="Text 311"/>
          <p:cNvSpPr txBox="1"/>
          <p:nvPr/>
        </p:nvSpPr>
        <p:spPr>
          <a:xfrm>
            <a:off x="6995160" y="80558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3</a:t>
            </a:r>
            <a:endParaRPr lang="en-US" sz="1800" dirty="0"/>
          </a:p>
        </p:txBody>
      </p:sp>
      <p:sp>
        <p:nvSpPr>
          <p:cNvPr id="315" name="Shape 312"/>
          <p:cNvSpPr/>
          <p:nvPr/>
        </p:nvSpPr>
        <p:spPr>
          <a:xfrm>
            <a:off x="7452360" y="8156448"/>
            <a:ext cx="109728" cy="109728"/>
          </a:xfrm>
          <a:prstGeom prst="ellipse">
            <a:avLst/>
          </a:prstGeom>
          <a:solidFill>
            <a:srgbClr val="1C2B2F"/>
          </a:solidFill>
          <a:ln w="12700">
            <a:solidFill>
              <a:srgbClr val="1C2B2F"/>
            </a:solidFill>
            <a:prstDash val="solid"/>
          </a:ln>
        </p:spPr>
      </p:sp>
      <p:sp>
        <p:nvSpPr>
          <p:cNvPr id="316" name="Shape 313"/>
          <p:cNvSpPr/>
          <p:nvPr/>
        </p:nvSpPr>
        <p:spPr>
          <a:xfrm>
            <a:off x="7635240" y="8156448"/>
            <a:ext cx="109728" cy="109728"/>
          </a:xfrm>
          <a:prstGeom prst="ellipse">
            <a:avLst/>
          </a:prstGeom>
          <a:solidFill>
            <a:srgbClr val="1C2B2F"/>
          </a:solidFill>
          <a:ln w="12700">
            <a:solidFill>
              <a:srgbClr val="1C2B2F"/>
            </a:solidFill>
            <a:prstDash val="solid"/>
          </a:ln>
        </p:spPr>
      </p:sp>
      <p:sp>
        <p:nvSpPr>
          <p:cNvPr id="317" name="Shape 314"/>
          <p:cNvSpPr/>
          <p:nvPr/>
        </p:nvSpPr>
        <p:spPr>
          <a:xfrm>
            <a:off x="7818120" y="8156448"/>
            <a:ext cx="109728" cy="109728"/>
          </a:xfrm>
          <a:prstGeom prst="ellipse">
            <a:avLst/>
          </a:prstGeom>
          <a:solidFill>
            <a:srgbClr val="1C2B2F"/>
          </a:solidFill>
          <a:ln w="12700">
            <a:solidFill>
              <a:srgbClr val="1C2B2F"/>
            </a:solidFill>
            <a:prstDash val="solid"/>
          </a:ln>
        </p:spPr>
      </p:sp>
      <p:sp>
        <p:nvSpPr>
          <p:cNvPr id="318" name="Shape 315"/>
          <p:cNvSpPr/>
          <p:nvPr/>
        </p:nvSpPr>
        <p:spPr>
          <a:xfrm>
            <a:off x="8001000" y="8156448"/>
            <a:ext cx="109728" cy="109728"/>
          </a:xfrm>
          <a:prstGeom prst="ellipse">
            <a:avLst/>
          </a:prstGeom>
          <a:solidFill>
            <a:srgbClr val="E3E0D7"/>
          </a:solidFill>
          <a:ln w="12700">
            <a:solidFill>
              <a:srgbClr val="E3E0D7"/>
            </a:solidFill>
            <a:prstDash val="solid"/>
          </a:ln>
        </p:spPr>
      </p:sp>
      <p:sp>
        <p:nvSpPr>
          <p:cNvPr id="319" name="Shape 316"/>
          <p:cNvSpPr/>
          <p:nvPr/>
        </p:nvSpPr>
        <p:spPr>
          <a:xfrm>
            <a:off x="8183880" y="8156448"/>
            <a:ext cx="109728" cy="109728"/>
          </a:xfrm>
          <a:prstGeom prst="ellipse">
            <a:avLst/>
          </a:prstGeom>
          <a:solidFill>
            <a:srgbClr val="E3E0D7"/>
          </a:solidFill>
          <a:ln w="12700">
            <a:solidFill>
              <a:srgbClr val="E3E0D7"/>
            </a:solidFill>
            <a:prstDash val="solid"/>
          </a:ln>
        </p:spPr>
      </p:sp>
      <p:sp>
        <p:nvSpPr>
          <p:cNvPr id="320" name="Text 317"/>
          <p:cNvSpPr txBox="1"/>
          <p:nvPr/>
        </p:nvSpPr>
        <p:spPr>
          <a:xfrm>
            <a:off x="9555480" y="80558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5</a:t>
            </a:r>
            <a:endParaRPr lang="en-US" sz="1800" dirty="0"/>
          </a:p>
        </p:txBody>
      </p:sp>
      <p:sp>
        <p:nvSpPr>
          <p:cNvPr id="321" name="Shape 318"/>
          <p:cNvSpPr/>
          <p:nvPr/>
        </p:nvSpPr>
        <p:spPr>
          <a:xfrm>
            <a:off x="10012680" y="8156448"/>
            <a:ext cx="109728" cy="109728"/>
          </a:xfrm>
          <a:prstGeom prst="ellipse">
            <a:avLst/>
          </a:prstGeom>
          <a:solidFill>
            <a:srgbClr val="1C2B2F"/>
          </a:solidFill>
          <a:ln w="12700">
            <a:solidFill>
              <a:srgbClr val="1C2B2F"/>
            </a:solidFill>
            <a:prstDash val="solid"/>
          </a:ln>
        </p:spPr>
      </p:sp>
      <p:sp>
        <p:nvSpPr>
          <p:cNvPr id="322" name="Shape 319"/>
          <p:cNvSpPr/>
          <p:nvPr/>
        </p:nvSpPr>
        <p:spPr>
          <a:xfrm>
            <a:off x="10195560" y="8156448"/>
            <a:ext cx="109728" cy="109728"/>
          </a:xfrm>
          <a:prstGeom prst="ellipse">
            <a:avLst/>
          </a:prstGeom>
          <a:solidFill>
            <a:srgbClr val="1C2B2F"/>
          </a:solidFill>
          <a:ln w="12700">
            <a:solidFill>
              <a:srgbClr val="1C2B2F"/>
            </a:solidFill>
            <a:prstDash val="solid"/>
          </a:ln>
        </p:spPr>
      </p:sp>
      <p:sp>
        <p:nvSpPr>
          <p:cNvPr id="323" name="Shape 320"/>
          <p:cNvSpPr/>
          <p:nvPr/>
        </p:nvSpPr>
        <p:spPr>
          <a:xfrm>
            <a:off x="10378440" y="8156448"/>
            <a:ext cx="109728" cy="109728"/>
          </a:xfrm>
          <a:prstGeom prst="ellipse">
            <a:avLst/>
          </a:prstGeom>
          <a:solidFill>
            <a:srgbClr val="1C2B2F"/>
          </a:solidFill>
          <a:ln w="12700">
            <a:solidFill>
              <a:srgbClr val="1C2B2F"/>
            </a:solidFill>
            <a:prstDash val="solid"/>
          </a:ln>
        </p:spPr>
      </p:sp>
      <p:sp>
        <p:nvSpPr>
          <p:cNvPr id="324" name="Shape 321"/>
          <p:cNvSpPr/>
          <p:nvPr/>
        </p:nvSpPr>
        <p:spPr>
          <a:xfrm>
            <a:off x="10561320" y="8156448"/>
            <a:ext cx="109728" cy="109728"/>
          </a:xfrm>
          <a:prstGeom prst="ellipse">
            <a:avLst/>
          </a:prstGeom>
          <a:solidFill>
            <a:srgbClr val="1C2B2F"/>
          </a:solidFill>
          <a:ln w="12700">
            <a:solidFill>
              <a:srgbClr val="1C2B2F"/>
            </a:solidFill>
            <a:prstDash val="solid"/>
          </a:ln>
        </p:spPr>
      </p:sp>
      <p:sp>
        <p:nvSpPr>
          <p:cNvPr id="325" name="Shape 322"/>
          <p:cNvSpPr/>
          <p:nvPr/>
        </p:nvSpPr>
        <p:spPr>
          <a:xfrm>
            <a:off x="10744200" y="8156448"/>
            <a:ext cx="109728" cy="109728"/>
          </a:xfrm>
          <a:prstGeom prst="ellipse">
            <a:avLst/>
          </a:prstGeom>
          <a:solidFill>
            <a:srgbClr val="1C2B2F"/>
          </a:solidFill>
          <a:ln w="12700">
            <a:solidFill>
              <a:srgbClr val="1C2B2F"/>
            </a:solidFill>
            <a:prstDash val="solid"/>
          </a:ln>
        </p:spPr>
      </p:sp>
      <p:sp>
        <p:nvSpPr>
          <p:cNvPr id="326" name="Text 323"/>
          <p:cNvSpPr txBox="1"/>
          <p:nvPr/>
        </p:nvSpPr>
        <p:spPr>
          <a:xfrm>
            <a:off x="12115800" y="8055864"/>
            <a:ext cx="365760" cy="310896"/>
          </a:xfrm>
          <a:prstGeom prst="rect">
            <a:avLst/>
          </a:prstGeom>
          <a:noFill/>
          <a:ln/>
        </p:spPr>
        <p:txBody>
          <a:bodyPr wrap="square" lIns="0" tIns="0" rIns="0" bIns="0" rtlCol="0" anchor="t"/>
          <a:lstStyle/>
          <a:p>
            <a:pPr indent="0" marL="0">
              <a:buNone/>
            </a:pPr>
            <a:r>
              <a:rPr lang="en-US" sz="1800" dirty="0">
                <a:solidFill>
                  <a:srgbClr val="1C2B2F"/>
                </a:solidFill>
                <a:latin typeface="Geist Medium" pitchFamily="34" charset="0"/>
                <a:ea typeface="Geist Medium" pitchFamily="34" charset="-122"/>
                <a:cs typeface="Geist Medium" pitchFamily="34" charset="-120"/>
              </a:rPr>
              <a:t>1</a:t>
            </a:r>
            <a:endParaRPr lang="en-US" sz="1800" dirty="0"/>
          </a:p>
        </p:txBody>
      </p:sp>
      <p:sp>
        <p:nvSpPr>
          <p:cNvPr id="327" name="Shape 324"/>
          <p:cNvSpPr/>
          <p:nvPr/>
        </p:nvSpPr>
        <p:spPr>
          <a:xfrm>
            <a:off x="12573000" y="8156448"/>
            <a:ext cx="109728" cy="109728"/>
          </a:xfrm>
          <a:prstGeom prst="ellipse">
            <a:avLst/>
          </a:prstGeom>
          <a:solidFill>
            <a:srgbClr val="1C2B2F"/>
          </a:solidFill>
          <a:ln w="12700">
            <a:solidFill>
              <a:srgbClr val="1C2B2F"/>
            </a:solidFill>
            <a:prstDash val="solid"/>
          </a:ln>
        </p:spPr>
      </p:sp>
      <p:sp>
        <p:nvSpPr>
          <p:cNvPr id="328" name="Shape 325"/>
          <p:cNvSpPr/>
          <p:nvPr/>
        </p:nvSpPr>
        <p:spPr>
          <a:xfrm>
            <a:off x="12755880" y="8156448"/>
            <a:ext cx="109728" cy="109728"/>
          </a:xfrm>
          <a:prstGeom prst="ellipse">
            <a:avLst/>
          </a:prstGeom>
          <a:solidFill>
            <a:srgbClr val="E3E0D7"/>
          </a:solidFill>
          <a:ln w="12700">
            <a:solidFill>
              <a:srgbClr val="E3E0D7"/>
            </a:solidFill>
            <a:prstDash val="solid"/>
          </a:ln>
        </p:spPr>
      </p:sp>
      <p:sp>
        <p:nvSpPr>
          <p:cNvPr id="329" name="Shape 326"/>
          <p:cNvSpPr/>
          <p:nvPr/>
        </p:nvSpPr>
        <p:spPr>
          <a:xfrm>
            <a:off x="12938760" y="8156448"/>
            <a:ext cx="109728" cy="109728"/>
          </a:xfrm>
          <a:prstGeom prst="ellipse">
            <a:avLst/>
          </a:prstGeom>
          <a:solidFill>
            <a:srgbClr val="E3E0D7"/>
          </a:solidFill>
          <a:ln w="12700">
            <a:solidFill>
              <a:srgbClr val="E3E0D7"/>
            </a:solidFill>
            <a:prstDash val="solid"/>
          </a:ln>
        </p:spPr>
      </p:sp>
      <p:sp>
        <p:nvSpPr>
          <p:cNvPr id="330" name="Shape 327"/>
          <p:cNvSpPr/>
          <p:nvPr/>
        </p:nvSpPr>
        <p:spPr>
          <a:xfrm>
            <a:off x="13121640" y="8156448"/>
            <a:ext cx="109728" cy="109728"/>
          </a:xfrm>
          <a:prstGeom prst="ellipse">
            <a:avLst/>
          </a:prstGeom>
          <a:solidFill>
            <a:srgbClr val="E3E0D7"/>
          </a:solidFill>
          <a:ln w="12700">
            <a:solidFill>
              <a:srgbClr val="E3E0D7"/>
            </a:solidFill>
            <a:prstDash val="solid"/>
          </a:ln>
        </p:spPr>
      </p:sp>
      <p:sp>
        <p:nvSpPr>
          <p:cNvPr id="331" name="Shape 328"/>
          <p:cNvSpPr/>
          <p:nvPr/>
        </p:nvSpPr>
        <p:spPr>
          <a:xfrm>
            <a:off x="13304520" y="8156448"/>
            <a:ext cx="109728" cy="109728"/>
          </a:xfrm>
          <a:prstGeom prst="ellipse">
            <a:avLst/>
          </a:prstGeom>
          <a:solidFill>
            <a:srgbClr val="E3E0D7"/>
          </a:solidFill>
          <a:ln w="12700">
            <a:solidFill>
              <a:srgbClr val="E3E0D7"/>
            </a:solidFill>
            <a:prstDash val="solid"/>
          </a:ln>
        </p:spPr>
      </p:sp>
      <p:sp>
        <p:nvSpPr>
          <p:cNvPr id="332" name="Text 329"/>
          <p:cNvSpPr txBox="1"/>
          <p:nvPr/>
        </p:nvSpPr>
        <p:spPr>
          <a:xfrm>
            <a:off x="14676120" y="8046720"/>
            <a:ext cx="548640" cy="329184"/>
          </a:xfrm>
          <a:prstGeom prst="rect">
            <a:avLst/>
          </a:prstGeom>
          <a:noFill/>
          <a:ln/>
        </p:spPr>
        <p:txBody>
          <a:bodyPr wrap="square" lIns="0" tIns="0" rIns="0" bIns="0" rtlCol="0" anchor="t"/>
          <a:lstStyle/>
          <a:p>
            <a:pPr indent="0" marL="0">
              <a:buNone/>
            </a:pPr>
            <a:r>
              <a:rPr lang="en-US" sz="2000" dirty="0">
                <a:solidFill>
                  <a:srgbClr val="1C2B2F"/>
                </a:solidFill>
                <a:latin typeface="Geist Medium" pitchFamily="34" charset="0"/>
                <a:ea typeface="Geist Medium" pitchFamily="34" charset="-122"/>
                <a:cs typeface="Geist Medium" pitchFamily="34" charset="-120"/>
              </a:rPr>
              <a:t>14</a:t>
            </a:r>
            <a:endParaRPr lang="en-US" sz="2000" dirty="0"/>
          </a:p>
        </p:txBody>
      </p:sp>
      <p:sp>
        <p:nvSpPr>
          <p:cNvPr id="333" name="Shape 330"/>
          <p:cNvSpPr/>
          <p:nvPr/>
        </p:nvSpPr>
        <p:spPr>
          <a:xfrm>
            <a:off x="15361920" y="8174736"/>
            <a:ext cx="1508760" cy="82296"/>
          </a:xfrm>
          <a:prstGeom prst="roundRect">
            <a:avLst>
              <a:gd name="adj" fmla="val 44444"/>
            </a:avLst>
          </a:prstGeom>
          <a:solidFill>
            <a:srgbClr val="E3E0D7"/>
          </a:solidFill>
          <a:ln w="12700">
            <a:solidFill>
              <a:srgbClr val="E3E0D7"/>
            </a:solidFill>
            <a:prstDash val="solid"/>
          </a:ln>
        </p:spPr>
      </p:sp>
      <p:sp>
        <p:nvSpPr>
          <p:cNvPr id="334" name="Shape 331"/>
          <p:cNvSpPr/>
          <p:nvPr/>
        </p:nvSpPr>
        <p:spPr>
          <a:xfrm>
            <a:off x="15361920" y="8174736"/>
            <a:ext cx="1056132" cy="82296"/>
          </a:xfrm>
          <a:prstGeom prst="roundRect">
            <a:avLst>
              <a:gd name="adj" fmla="val 44444"/>
            </a:avLst>
          </a:prstGeom>
          <a:solidFill>
            <a:srgbClr val="3E6670"/>
          </a:solidFill>
          <a:ln w="12700">
            <a:solidFill>
              <a:srgbClr val="3E6670"/>
            </a:solidFill>
            <a:prstDash val="solid"/>
          </a:ln>
        </p:spPr>
      </p:sp>
      <p:sp>
        <p:nvSpPr>
          <p:cNvPr id="335" name="Text 332"/>
          <p:cNvSpPr txBox="1"/>
          <p:nvPr/>
        </p:nvSpPr>
        <p:spPr>
          <a:xfrm>
            <a:off x="1143000" y="8549640"/>
            <a:ext cx="16002000" cy="1005840"/>
          </a:xfrm>
          <a:prstGeom prst="rect">
            <a:avLst/>
          </a:prstGeom>
          <a:noFill/>
          <a:ln/>
        </p:spPr>
        <p:txBody>
          <a:bodyPr wrap="square" lIns="0" tIns="0" rIns="0" bIns="0" rtlCol="0" anchor="t"/>
          <a:lstStyle/>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1  Adviser legal  </a:t>
            </a:r>
            <a:pPr indent="0" marL="0">
              <a:spcAft>
                <a:spcPts val="300"/>
              </a:spcAft>
              <a:buNone/>
            </a:pPr>
            <a:r>
              <a:rPr lang="en-US" sz="950" dirty="0">
                <a:solidFill>
                  <a:srgbClr val="8A9A9D"/>
                </a:solidFill>
                <a:latin typeface="Geist" pitchFamily="34" charset="0"/>
                <a:ea typeface="Geist" pitchFamily="34" charset="-122"/>
                <a:cs typeface="Geist" pitchFamily="34" charset="-120"/>
              </a:rPr>
              <a:t>NL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 invalidUrl="" action="" tgtFrame="" tooltip="" history="1" highlightClick="0" endSnd="0">
                  <a:extLst>
                    <a:ext uri="{A12FA001-AC4F-418D-AE19-62706E023703}">
                      <ahyp:hlinkClr xmlns:ahyp="http://schemas.microsoft.com/office/drawing/2018/hyperlinkcolor" val="tx"/>
                    </a:ext>
                  </a:extLst>
                </a:hlinkClick>
              </a:rPr>
              <a:t>wetten.overheid.nl</a:t>
            </a:r>
            <a:pPr indent="0" marL="0">
              <a:spcAft>
                <a:spcPts val="300"/>
              </a:spcAft>
              <a:buNone/>
            </a:pPr>
            <a:r>
              <a:rPr lang="en-US" sz="950" dirty="0">
                <a:solidFill>
                  <a:srgbClr val="8A9A9D"/>
                </a:solidFill>
                <a:latin typeface="Geist" pitchFamily="34" charset="0"/>
                <a:ea typeface="Geist" pitchFamily="34" charset="-122"/>
                <a:cs typeface="Geist" pitchFamily="34" charset="-120"/>
              </a:rPr>
              <a:t>  SE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 invalidUrl="" action="" tgtFrame="" tooltip="" history="1" highlightClick="0" endSnd="0">
                  <a:extLst>
                    <a:ext uri="{A12FA001-AC4F-418D-AE19-62706E023703}">
                      <ahyp:hlinkClr xmlns:ahyp="http://schemas.microsoft.com/office/drawing/2018/hyperlinkcolor" val="tx"/>
                    </a:ext>
                  </a:extLst>
                </a:hlinkClick>
              </a:rPr>
              <a:t>riksdagen.se</a:t>
            </a:r>
            <a:pPr indent="0" marL="0">
              <a:spcAft>
                <a:spcPts val="300"/>
              </a:spcAft>
              <a:buNone/>
            </a:pPr>
            <a:r>
              <a:rPr lang="en-US" sz="950" dirty="0">
                <a:solidFill>
                  <a:srgbClr val="8A9A9D"/>
                </a:solidFill>
                <a:latin typeface="Geist" pitchFamily="34" charset="0"/>
                <a:ea typeface="Geist" pitchFamily="34" charset="-122"/>
                <a:cs typeface="Geist" pitchFamily="34" charset="-120"/>
              </a:rPr>
              <a:t>  DK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retsinformation.dk</a:t>
            </a:r>
            <a:pPr indent="0" marL="0">
              <a:spcAft>
                <a:spcPts val="300"/>
              </a:spcAft>
              <a:buNone/>
            </a:pPr>
            <a:r>
              <a:rPr lang="en-US" sz="950" dirty="0">
                <a:solidFill>
                  <a:srgbClr val="8A9A9D"/>
                </a:solidFill>
                <a:latin typeface="Geist" pitchFamily="34" charset="0"/>
                <a:ea typeface="Geist" pitchFamily="34" charset="-122"/>
                <a:cs typeface="Geist" pitchFamily="34" charset="-120"/>
              </a:rPr>
              <a:t>  FI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4" invalidUrl="" action="" tgtFrame="" tooltip="" history="1" highlightClick="0" endSnd="0">
                  <a:extLst>
                    <a:ext uri="{A12FA001-AC4F-418D-AE19-62706E023703}">
                      <ahyp:hlinkClr xmlns:ahyp="http://schemas.microsoft.com/office/drawing/2018/hyperlinkcolor" val="tx"/>
                    </a:ext>
                  </a:extLst>
                </a:hlinkClick>
              </a:rPr>
              <a:t>finlex.fi</a:t>
            </a:r>
            <a:pPr indent="0" marL="0">
              <a:spcAft>
                <a:spcPts val="300"/>
              </a:spcAft>
              <a:buNone/>
            </a:pPr>
            <a:r>
              <a:rPr lang="en-US" sz="950" dirty="0">
                <a:solidFill>
                  <a:srgbClr val="8A9A9D"/>
                </a:solidFill>
                <a:latin typeface="Geist" pitchFamily="34" charset="0"/>
                <a:ea typeface="Geist" pitchFamily="34" charset="-122"/>
                <a:cs typeface="Geist" pitchFamily="34" charset="-120"/>
              </a:rPr>
              <a:t>  PL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sejm.gov.pl</a:t>
            </a:r>
            <a:pPr indent="0" marL="0">
              <a:spcAft>
                <a:spcPts val="300"/>
              </a:spcAft>
              <a:buNone/>
            </a:pPr>
            <a:r>
              <a:rPr lang="en-US" sz="950" dirty="0">
                <a:solidFill>
                  <a:srgbClr val="8A9A9D"/>
                </a:solidFill>
                <a:latin typeface="Geist" pitchFamily="34" charset="0"/>
                <a:ea typeface="Geist" pitchFamily="34" charset="-122"/>
                <a:cs typeface="Geist" pitchFamily="34" charset="-120"/>
              </a:rPr>
              <a:t>  BE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6" invalidUrl="" action="" tgtFrame="" tooltip="" history="1" highlightClick="0" endSnd="0">
                  <a:extLst>
                    <a:ext uri="{A12FA001-AC4F-418D-AE19-62706E023703}">
                      <ahyp:hlinkClr xmlns:ahyp="http://schemas.microsoft.com/office/drawing/2018/hyperlinkcolor" val="tx"/>
                    </a:ext>
                  </a:extLst>
                </a:hlinkClick>
              </a:rPr>
              <a:t>ejustice.just.fgov.be</a:t>
            </a:r>
            <a:pPr indent="0" marL="0">
              <a:spcAft>
                <a:spcPts val="300"/>
              </a:spcAft>
              <a:buNone/>
            </a:pPr>
            <a:r>
              <a:rPr lang="en-US" sz="950" dirty="0">
                <a:solidFill>
                  <a:srgbClr val="8A9A9D"/>
                </a:solidFill>
                <a:latin typeface="Geist" pitchFamily="34" charset="0"/>
                <a:ea typeface="Geist" pitchFamily="34" charset="-122"/>
                <a:cs typeface="Geist" pitchFamily="34" charset="-120"/>
              </a:rPr>
              <a:t>  CH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7" invalidUrl="" action="" tgtFrame="" tooltip="" history="1" highlightClick="0" endSnd="0">
                  <a:extLst>
                    <a:ext uri="{A12FA001-AC4F-418D-AE19-62706E023703}">
                      <ahyp:hlinkClr xmlns:ahyp="http://schemas.microsoft.com/office/drawing/2018/hyperlinkcolor" val="tx"/>
                    </a:ext>
                  </a:extLst>
                </a:hlinkClick>
              </a:rPr>
              <a:t>fedlex.admin.ch</a:t>
            </a:r>
            <a:pPr indent="0" marL="0">
              <a:spcAft>
                <a:spcPts val="300"/>
              </a:spcAft>
              <a:buNone/>
            </a:pPr>
            <a:r>
              <a:rPr lang="en-US" sz="950" dirty="0">
                <a:solidFill>
                  <a:srgbClr val="8A9A9D"/>
                </a:solidFill>
                <a:latin typeface="Geist" pitchFamily="34" charset="0"/>
                <a:ea typeface="Geist" pitchFamily="34" charset="-122"/>
                <a:cs typeface="Geist" pitchFamily="34" charset="-120"/>
              </a:rPr>
              <a:t>  DE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8" invalidUrl="" action="" tgtFrame="" tooltip="" history="1" highlightClick="0" endSnd="0">
                  <a:extLst>
                    <a:ext uri="{A12FA001-AC4F-418D-AE19-62706E023703}">
                      <ahyp:hlinkClr xmlns:ahyp="http://schemas.microsoft.com/office/drawing/2018/hyperlinkcolor" val="tx"/>
                    </a:ext>
                  </a:extLst>
                </a:hlinkClick>
              </a:rPr>
              <a:t>gesetze-im-internet.de</a:t>
            </a:r>
            <a:pPr indent="0" marL="0">
              <a:spcAft>
                <a:spcPts val="300"/>
              </a:spcAft>
              <a:buNone/>
            </a:pPr>
            <a:r>
              <a:rPr lang="en-US" sz="950" dirty="0">
                <a:solidFill>
                  <a:srgbClr val="8A9A9D"/>
                </a:solidFill>
                <a:latin typeface="Geist" pitchFamily="34" charset="0"/>
                <a:ea typeface="Geist" pitchFamily="34" charset="-122"/>
                <a:cs typeface="Geist" pitchFamily="34" charset="-120"/>
              </a:rPr>
              <a: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9" invalidUrl="" action="" tgtFrame="" tooltip="" history="1" highlightClick="0" endSnd="0">
                  <a:extLst>
                    <a:ext uri="{A12FA001-AC4F-418D-AE19-62706E023703}">
                      <ahyp:hlinkClr xmlns:ahyp="http://schemas.microsoft.com/office/drawing/2018/hyperlinkcolor" val="tx"/>
                    </a:ext>
                  </a:extLst>
                </a:hlinkClick>
              </a:rPr>
              <a:t>bundesgerichtshof.de</a:t>
            </a:r>
            <a:pPr indent="0" marL="0">
              <a:spcAft>
                <a:spcPts val="300"/>
              </a:spcAft>
              <a:buNone/>
            </a:pPr>
            <a:r>
              <a:rPr lang="en-US" sz="950" dirty="0">
                <a:solidFill>
                  <a:srgbClr val="8A9A9D"/>
                </a:solidFill>
                <a:latin typeface="Geist" pitchFamily="34" charset="0"/>
                <a:ea typeface="Geist" pitchFamily="34" charset="-122"/>
                <a:cs typeface="Geist" pitchFamily="34" charset="-120"/>
              </a:rPr>
              <a:t>  IT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0" invalidUrl="" action="" tgtFrame="" tooltip="" history="1" highlightClick="0" endSnd="0">
                  <a:extLst>
                    <a:ext uri="{A12FA001-AC4F-418D-AE19-62706E023703}">
                      <ahyp:hlinkClr xmlns:ahyp="http://schemas.microsoft.com/office/drawing/2018/hyperlinkcolor" val="tx"/>
                    </a:ext>
                  </a:extLst>
                </a:hlinkClick>
              </a:rPr>
              <a:t>normattiva.it</a:t>
            </a:r>
            <a:pPr indent="0" marL="0">
              <a:spcAft>
                <a:spcPts val="300"/>
              </a:spcAft>
              <a:buNone/>
            </a:pPr>
            <a:r>
              <a:rPr lang="en-US" sz="950" dirty="0">
                <a:solidFill>
                  <a:srgbClr val="8A9A9D"/>
                </a:solidFill>
                <a:latin typeface="Geist" pitchFamily="34" charset="0"/>
                <a:ea typeface="Geist" pitchFamily="34" charset="-122"/>
                <a:cs typeface="Geist" pitchFamily="34" charset="-120"/>
              </a:rPr>
              <a:t>  AT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1" invalidUrl="" action="" tgtFrame="" tooltip="" history="1" highlightClick="0" endSnd="0">
                  <a:extLst>
                    <a:ext uri="{A12FA001-AC4F-418D-AE19-62706E023703}">
                      <ahyp:hlinkClr xmlns:ahyp="http://schemas.microsoft.com/office/drawing/2018/hyperlinkcolor" val="tx"/>
                    </a:ext>
                  </a:extLst>
                </a:hlinkClick>
              </a:rPr>
              <a:t>ris.bka.gv.at</a:t>
            </a:r>
            <a:pPr indent="0" marL="0">
              <a:spcAft>
                <a:spcPts val="300"/>
              </a:spcAft>
              <a:buNone/>
            </a:pPr>
            <a:endParaRPr lang="en-US" sz="950" dirty="0"/>
          </a:p>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2  Market size  </a:t>
            </a:r>
            <a:pPr indent="0" marL="0">
              <a:spcAft>
                <a:spcPts val="300"/>
              </a:spcAft>
              <a:buNone/>
            </a:pPr>
            <a:r>
              <a:rPr lang="en-US" sz="950" dirty="0">
                <a:solidFill>
                  <a:srgbClr val="8A9A9D"/>
                </a:solidFill>
                <a:latin typeface="Geist" pitchFamily="34" charset="0"/>
                <a:ea typeface="Geist" pitchFamily="34" charset="-122"/>
                <a:cs typeface="Geist" pitchFamily="34" charset="-120"/>
              </a:rPr>
              <a:t>Eurostat sbs_sc_ovw 2024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ec.europa.eu/eurostat</a:t>
            </a:r>
            <a:pPr indent="0" marL="0">
              <a:spcAft>
                <a:spcPts val="300"/>
              </a:spcAft>
              <a:buNone/>
            </a:pPr>
            <a:r>
              <a:rPr lang="en-US" sz="950" dirty="0">
                <a:solidFill>
                  <a:srgbClr val="8A9A9D"/>
                </a:solidFill>
                <a:latin typeface="Geist" pitchFamily="34" charset="0"/>
                <a:ea typeface="Geist" pitchFamily="34" charset="-122"/>
                <a:cs typeface="Geist" pitchFamily="34" charset="-120"/>
              </a:rPr>
              <a:t>  CH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3" invalidUrl="" action="" tgtFrame="" tooltip="" history="1" highlightClick="0" endSnd="0">
                  <a:extLst>
                    <a:ext uri="{A12FA001-AC4F-418D-AE19-62706E023703}">
                      <ahyp:hlinkClr xmlns:ahyp="http://schemas.microsoft.com/office/drawing/2018/hyperlinkcolor" val="tx"/>
                    </a:ext>
                  </a:extLst>
                </a:hlinkClick>
              </a:rPr>
              <a:t>bfs.admin.ch</a:t>
            </a:r>
            <a:pPr indent="0" marL="0">
              <a:spcAft>
                <a:spcPts val="300"/>
              </a:spcAft>
              <a:buNone/>
            </a:pPr>
            <a:endParaRPr lang="en-US" sz="950" dirty="0"/>
          </a:p>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3  Savings potential  </a:t>
            </a:r>
            <a:pPr indent="0" marL="0">
              <a:spcAft>
                <a:spcPts val="300"/>
              </a:spcAft>
              <a:buNone/>
            </a:pPr>
            <a:r>
              <a:rPr lang="en-US" sz="950" dirty="0">
                <a:solidFill>
                  <a:srgbClr val="8A9A9D"/>
                </a:solidFill>
                <a:latin typeface="Geist" pitchFamily="34" charset="0"/>
                <a:ea typeface="Geist" pitchFamily="34" charset="-122"/>
                <a:cs typeface="Geist" pitchFamily="34" charset="-120"/>
              </a:rPr>
              <a:t>Eurostat sbs_ovw_act, tps00001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ec.europa.eu/eurostat</a:t>
            </a:r>
            <a:pPr indent="0" marL="0">
              <a:spcAft>
                <a:spcPts val="300"/>
              </a:spcAft>
              <a:buNone/>
            </a:pPr>
            <a:r>
              <a:rPr lang="en-US" sz="950" dirty="0">
                <a:solidFill>
                  <a:srgbClr val="8A9A9D"/>
                </a:solidFill>
                <a:latin typeface="Geist" pitchFamily="34" charset="0"/>
                <a:ea typeface="Geist" pitchFamily="34" charset="-122"/>
                <a:cs typeface="Geist" pitchFamily="34" charset="-120"/>
              </a:rPr>
              <a:t>  BE, IT, PL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5" invalidUrl="" action="" tgtFrame="" tooltip="" history="1" highlightClick="0" endSnd="0">
                  <a:extLst>
                    <a:ext uri="{A12FA001-AC4F-418D-AE19-62706E023703}">
                      <ahyp:hlinkClr xmlns:ahyp="http://schemas.microsoft.com/office/drawing/2018/hyperlinkcolor" val="tx"/>
                    </a:ext>
                  </a:extLst>
                </a:hlinkClick>
              </a:rPr>
              <a:t>e-justice.europa.eu</a:t>
            </a:r>
            <a:pPr indent="0" marL="0">
              <a:spcAft>
                <a:spcPts val="300"/>
              </a:spcAft>
              <a:buNone/>
            </a:pPr>
            <a:r>
              <a:rPr lang="en-US" sz="950" dirty="0">
                <a:solidFill>
                  <a:srgbClr val="8A9A9D"/>
                </a:solidFill>
                <a:latin typeface="Geist" pitchFamily="34" charset="0"/>
                <a:ea typeface="Geist" pitchFamily="34" charset="-122"/>
                <a:cs typeface="Geist" pitchFamily="34" charset="-120"/>
              </a:rPr>
              <a:t> (2007)</a:t>
            </a:r>
            <a:pPr indent="0" marL="0">
              <a:spcAft>
                <a:spcPts val="300"/>
              </a:spcAft>
              <a:buNone/>
            </a:pPr>
            <a:endParaRPr lang="en-US" sz="950" dirty="0"/>
          </a:p>
          <a:p>
            <a:pPr indent="0" marL="0">
              <a:spcAft>
                <a:spcPts val="300"/>
              </a:spcAft>
              <a:buNone/>
            </a:pPr>
            <a:r>
              <a:rPr lang="en-US" sz="950" dirty="0">
                <a:solidFill>
                  <a:srgbClr val="8A9A9D"/>
                </a:solidFill>
                <a:latin typeface="Geist Medium" pitchFamily="34" charset="0"/>
                <a:ea typeface="Geist Medium" pitchFamily="34" charset="-122"/>
                <a:cs typeface="Geist Medium" pitchFamily="34" charset="-120"/>
              </a:rPr>
              <a:t>4  Trigger freshness  </a:t>
            </a:r>
            <a:pPr indent="0" marL="0">
              <a:spcAft>
                <a:spcPts val="300"/>
              </a:spcAft>
              <a:buNone/>
            </a:pPr>
            <a:r>
              <a:rPr lang="en-US" sz="950" dirty="0">
                <a:solidFill>
                  <a:srgbClr val="8A9A9D"/>
                </a:solidFill>
                <a:latin typeface="Geist" pitchFamily="34" charset="0"/>
                <a:ea typeface="Geist" pitchFamily="34" charset="-122"/>
                <a:cs typeface="Geist" pitchFamily="34" charset="-120"/>
              </a:rPr>
              <a:t>NL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rdi.nl</a:t>
            </a:r>
            <a:pPr indent="0" marL="0">
              <a:spcAft>
                <a:spcPts val="300"/>
              </a:spcAft>
              <a:buNone/>
            </a:pPr>
            <a:r>
              <a:rPr lang="en-US" sz="950" dirty="0">
                <a:solidFill>
                  <a:srgbClr val="8A9A9D"/>
                </a:solidFill>
                <a:latin typeface="Geist" pitchFamily="34" charset="0"/>
                <a:ea typeface="Geist" pitchFamily="34" charset="-122"/>
                <a:cs typeface="Geist" pitchFamily="34" charset="-120"/>
              </a:rPr>
              <a:t>  SE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7" invalidUrl="" action="" tgtFrame="" tooltip="" history="1" highlightClick="0" endSnd="0">
                  <a:extLst>
                    <a:ext uri="{A12FA001-AC4F-418D-AE19-62706E023703}">
                      <ahyp:hlinkClr xmlns:ahyp="http://schemas.microsoft.com/office/drawing/2018/hyperlinkcolor" val="tx"/>
                    </a:ext>
                  </a:extLst>
                </a:hlinkClick>
              </a:rPr>
              <a:t>riksdagen.se</a:t>
            </a:r>
            <a:pPr indent="0" marL="0">
              <a:spcAft>
                <a:spcPts val="300"/>
              </a:spcAft>
              <a:buNone/>
            </a:pPr>
            <a:r>
              <a:rPr lang="en-US" sz="950" dirty="0">
                <a:solidFill>
                  <a:srgbClr val="8A9A9D"/>
                </a:solidFill>
                <a:latin typeface="Geist" pitchFamily="34" charset="0"/>
                <a:ea typeface="Geist" pitchFamily="34" charset="-122"/>
                <a:cs typeface="Geist" pitchFamily="34" charset="-120"/>
              </a:rPr>
              <a:t>  DK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retsinformation.dk</a:t>
            </a:r>
            <a:pPr indent="0" marL="0">
              <a:spcAft>
                <a:spcPts val="300"/>
              </a:spcAft>
              <a:buNone/>
            </a:pPr>
            <a:r>
              <a:rPr lang="en-US" sz="950" dirty="0">
                <a:solidFill>
                  <a:srgbClr val="8A9A9D"/>
                </a:solidFill>
                <a:latin typeface="Geist" pitchFamily="34" charset="0"/>
                <a:ea typeface="Geist" pitchFamily="34" charset="-122"/>
                <a:cs typeface="Geist" pitchFamily="34" charset="-120"/>
              </a:rPr>
              <a:t>  FI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19" invalidUrl="" action="" tgtFrame="" tooltip="" history="1" highlightClick="0" endSnd="0">
                  <a:extLst>
                    <a:ext uri="{A12FA001-AC4F-418D-AE19-62706E023703}">
                      <ahyp:hlinkClr xmlns:ahyp="http://schemas.microsoft.com/office/drawing/2018/hyperlinkcolor" val="tx"/>
                    </a:ext>
                  </a:extLst>
                </a:hlinkClick>
              </a:rPr>
              <a:t>finlex.fi</a:t>
            </a:r>
            <a:pPr indent="0" marL="0">
              <a:spcAft>
                <a:spcPts val="300"/>
              </a:spcAft>
              <a:buNone/>
            </a:pPr>
            <a:r>
              <a:rPr lang="en-US" sz="950" dirty="0">
                <a:solidFill>
                  <a:srgbClr val="8A9A9D"/>
                </a:solidFill>
                <a:latin typeface="Geist" pitchFamily="34" charset="0"/>
                <a:ea typeface="Geist" pitchFamily="34" charset="-122"/>
                <a:cs typeface="Geist" pitchFamily="34" charset="-120"/>
              </a:rPr>
              <a:t>  PL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0" invalidUrl="" action="" tgtFrame="" tooltip="" history="1" highlightClick="0" endSnd="0">
                  <a:extLst>
                    <a:ext uri="{A12FA001-AC4F-418D-AE19-62706E023703}">
                      <ahyp:hlinkClr xmlns:ahyp="http://schemas.microsoft.com/office/drawing/2018/hyperlinkcolor" val="tx"/>
                    </a:ext>
                  </a:extLst>
                </a:hlinkClick>
              </a:rPr>
              <a:t>sejm.gov.pl</a:t>
            </a:r>
            <a:pPr indent="0" marL="0">
              <a:spcAft>
                <a:spcPts val="300"/>
              </a:spcAft>
              <a:buNone/>
            </a:pPr>
            <a:r>
              <a:rPr lang="en-US" sz="950" dirty="0">
                <a:solidFill>
                  <a:srgbClr val="8A9A9D"/>
                </a:solidFill>
                <a:latin typeface="Geist" pitchFamily="34" charset="0"/>
                <a:ea typeface="Geist" pitchFamily="34" charset="-122"/>
                <a:cs typeface="Geist" pitchFamily="34" charset="-120"/>
              </a:rPr>
              <a:t>  DE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1" invalidUrl="" action="" tgtFrame="" tooltip="" history="1" highlightClick="0" endSnd="0">
                  <a:extLst>
                    <a:ext uri="{A12FA001-AC4F-418D-AE19-62706E023703}">
                      <ahyp:hlinkClr xmlns:ahyp="http://schemas.microsoft.com/office/drawing/2018/hyperlinkcolor" val="tx"/>
                    </a:ext>
                  </a:extLst>
                </a:hlinkClick>
              </a:rPr>
              <a:t>bsi.bund.de</a:t>
            </a:r>
            <a:pPr indent="0" marL="0">
              <a:spcAft>
                <a:spcPts val="300"/>
              </a:spcAft>
              <a:buNone/>
            </a:pPr>
            <a:r>
              <a:rPr lang="en-US" sz="950" dirty="0">
                <a:solidFill>
                  <a:srgbClr val="8A9A9D"/>
                </a:solidFill>
                <a:latin typeface="Geist" pitchFamily="34" charset="0"/>
                <a:ea typeface="Geist" pitchFamily="34" charset="-122"/>
                <a:cs typeface="Geist" pitchFamily="34" charset="-120"/>
              </a:rPr>
              <a:t>  IT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2" invalidUrl="" action="" tgtFrame="" tooltip="" history="1" highlightClick="0" endSnd="0">
                  <a:extLst>
                    <a:ext uri="{A12FA001-AC4F-418D-AE19-62706E023703}">
                      <ahyp:hlinkClr xmlns:ahyp="http://schemas.microsoft.com/office/drawing/2018/hyperlinkcolor" val="tx"/>
                    </a:ext>
                  </a:extLst>
                </a:hlinkClick>
              </a:rPr>
              <a:t>gazzettaufficiale.it</a:t>
            </a:r>
            <a:pPr indent="0" marL="0">
              <a:spcAft>
                <a:spcPts val="300"/>
              </a:spcAft>
              <a:buNone/>
            </a:pPr>
            <a:r>
              <a:rPr lang="en-US" sz="950" dirty="0">
                <a:solidFill>
                  <a:srgbClr val="8A9A9D"/>
                </a:solidFill>
                <a:latin typeface="Geist" pitchFamily="34" charset="0"/>
                <a:ea typeface="Geist" pitchFamily="34" charset="-122"/>
                <a:cs typeface="Geist" pitchFamily="34" charset="-120"/>
              </a:rPr>
              <a:t>  AT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ris.bka.gv.at</a:t>
            </a:r>
            <a:pPr indent="0" marL="0">
              <a:spcAft>
                <a:spcPts val="300"/>
              </a:spcAft>
              <a:buNone/>
            </a:pPr>
            <a:r>
              <a:rPr lang="en-US" sz="950" dirty="0">
                <a:solidFill>
                  <a:srgbClr val="8A9A9D"/>
                </a:solidFill>
                <a:latin typeface="Geist" pitchFamily="34" charset="0"/>
                <a:ea typeface="Geist" pitchFamily="34" charset="-122"/>
                <a:cs typeface="Geist" pitchFamily="34" charset="-120"/>
              </a:rPr>
              <a:t>  EU </a:t>
            </a:r>
            <a:pPr indent="0" marL="0">
              <a:spcAft>
                <a:spcPts val="300"/>
              </a:spcAft>
              <a:buNone/>
            </a:pPr>
            <a:r>
              <a:rPr lang="en-US" sz="950" u="sng" dirty="0">
                <a:solidFill>
                  <a:srgbClr val="8A9A9D"/>
                </a:solidFill>
                <a:latin typeface="Geist" pitchFamily="34" charset="0"/>
                <a:ea typeface="Geist" pitchFamily="34" charset="-122"/>
                <a:cs typeface="Geist" pitchFamily="34" charset="-120"/>
                <a:hlinkClick r:id="rId24" invalidUrl="" action="" tgtFrame="" tooltip="" history="1" highlightClick="0" endSnd="0">
                  <a:extLst>
                    <a:ext uri="{A12FA001-AC4F-418D-AE19-62706E023703}">
                      <ahyp:hlinkClr xmlns:ahyp="http://schemas.microsoft.com/office/drawing/2018/hyperlinkcolor" val="tx"/>
                    </a:ext>
                  </a:extLst>
                </a:hlinkClick>
              </a:rPr>
              <a:t>digital-strategy.ec.europa.eu</a:t>
            </a:r>
            <a:pPr indent="0" marL="0">
              <a:spcAft>
                <a:spcPts val="300"/>
              </a:spcAft>
              <a:buNone/>
            </a:pP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143000" y="777240"/>
            <a:ext cx="8229600" cy="365760"/>
          </a:xfrm>
          <a:prstGeom prst="rect">
            <a:avLst/>
          </a:prstGeom>
          <a:noFill/>
          <a:ln/>
        </p:spPr>
        <p:txBody>
          <a:bodyPr wrap="square" lIns="0" tIns="0" rIns="0" bIns="0" rtlCol="0" anchor="t"/>
          <a:lstStyle/>
          <a:p>
            <a:pPr indent="0" marL="0">
              <a:buNone/>
            </a:pPr>
            <a:r>
              <a:rPr lang="en-US" sz="1500" dirty="0">
                <a:solidFill>
                  <a:srgbClr val="55676B"/>
                </a:solidFill>
                <a:latin typeface="Geist" pitchFamily="34" charset="0"/>
                <a:ea typeface="Geist" pitchFamily="34" charset="-122"/>
                <a:cs typeface="Geist" pitchFamily="34" charset="-120"/>
              </a:rPr>
              <a:t>Market entry. The path.</a:t>
            </a:r>
            <a:endParaRPr lang="en-US" sz="1500" dirty="0"/>
          </a:p>
        </p:txBody>
      </p:sp>
      <p:sp>
        <p:nvSpPr>
          <p:cNvPr id="3" name="Text 1"/>
          <p:cNvSpPr txBox="1"/>
          <p:nvPr/>
        </p:nvSpPr>
        <p:spPr>
          <a:xfrm>
            <a:off x="8915400" y="777240"/>
            <a:ext cx="8229600" cy="365760"/>
          </a:xfrm>
          <a:prstGeom prst="rect">
            <a:avLst/>
          </a:prstGeom>
          <a:noFill/>
          <a:ln/>
        </p:spPr>
        <p:txBody>
          <a:bodyPr wrap="square" lIns="0" tIns="0" rIns="0" bIns="0" rtlCol="0" anchor="t"/>
          <a:lstStyle/>
          <a:p>
            <a:pPr algn="r" indent="0" marL="0">
              <a:buNone/>
            </a:pPr>
            <a:r>
              <a:rPr lang="en-US" sz="1500" dirty="0">
                <a:solidFill>
                  <a:srgbClr val="55676B"/>
                </a:solidFill>
                <a:latin typeface="Geist" pitchFamily="34" charset="0"/>
                <a:ea typeface="Geist" pitchFamily="34" charset="-122"/>
                <a:cs typeface="Geist" pitchFamily="34" charset="-120"/>
              </a:rPr>
              <a:t>Seat in Austria, pilots from Budapest</a:t>
            </a:r>
            <a:endParaRPr lang="en-US" sz="1500" dirty="0"/>
          </a:p>
        </p:txBody>
      </p:sp>
      <p:sp>
        <p:nvSpPr>
          <p:cNvPr id="4" name="Shape 2"/>
          <p:cNvSpPr/>
          <p:nvPr/>
        </p:nvSpPr>
        <p:spPr>
          <a:xfrm>
            <a:off x="1143000" y="1234440"/>
            <a:ext cx="16002000" cy="0"/>
          </a:xfrm>
          <a:prstGeom prst="line">
            <a:avLst/>
          </a:prstGeom>
          <a:noFill/>
          <a:ln w="9525">
            <a:solidFill>
              <a:srgbClr val="E3E0D7"/>
            </a:solidFill>
            <a:prstDash val="solid"/>
          </a:ln>
        </p:spPr>
      </p:sp>
      <p:sp>
        <p:nvSpPr>
          <p:cNvPr id="5" name="Text 3"/>
          <p:cNvSpPr txBox="1"/>
          <p:nvPr/>
        </p:nvSpPr>
        <p:spPr>
          <a:xfrm>
            <a:off x="1143000" y="1463040"/>
            <a:ext cx="16002000" cy="960120"/>
          </a:xfrm>
          <a:prstGeom prst="rect">
            <a:avLst/>
          </a:prstGeom>
          <a:noFill/>
          <a:ln/>
        </p:spPr>
        <p:txBody>
          <a:bodyPr wrap="square" lIns="0" tIns="0" rIns="0" bIns="0" rtlCol="0" anchor="t"/>
          <a:lstStyle/>
          <a:p>
            <a:pPr indent="0" marL="0">
              <a:buNone/>
            </a:pPr>
            <a:r>
              <a:rPr lang="en-US" sz="5400" spc="-150" kern="0" dirty="0">
                <a:solidFill>
                  <a:srgbClr val="1C2B2F"/>
                </a:solidFill>
                <a:latin typeface="Geist Medium" pitchFamily="34" charset="0"/>
                <a:ea typeface="Geist Medium" pitchFamily="34" charset="-122"/>
                <a:cs typeface="Geist Medium" pitchFamily="34" charset="-120"/>
              </a:rPr>
              <a:t>Enter open. Grow north. Win Germany.</a:t>
            </a:r>
            <a:endParaRPr lang="en-US" sz="5400" dirty="0"/>
          </a:p>
        </p:txBody>
      </p:sp>
      <p:sp>
        <p:nvSpPr>
          <p:cNvPr id="6" name="Text 4"/>
          <p:cNvSpPr txBox="1"/>
          <p:nvPr/>
        </p:nvSpPr>
        <p:spPr>
          <a:xfrm>
            <a:off x="1143000" y="2468880"/>
            <a:ext cx="12710160" cy="365760"/>
          </a:xfrm>
          <a:prstGeom prst="rect">
            <a:avLst/>
          </a:prstGeom>
          <a:noFill/>
          <a:ln/>
        </p:spPr>
        <p:txBody>
          <a:bodyPr wrap="square" lIns="0" tIns="0" rIns="0" bIns="0" rtlCol="0" anchor="t"/>
          <a:lstStyle/>
          <a:p>
            <a:pPr indent="0" marL="0">
              <a:buNone/>
            </a:pPr>
            <a:endParaRPr lang="en-US" sz="1800" dirty="0"/>
          </a:p>
        </p:txBody>
      </p:sp>
      <p:sp>
        <p:nvSpPr>
          <p:cNvPr id="8" name="Text 5"/>
          <p:cNvSpPr txBox="1"/>
          <p:nvPr/>
        </p:nvSpPr>
        <p:spPr>
          <a:xfrm>
            <a:off x="1143000" y="2606040"/>
            <a:ext cx="10515600" cy="320040"/>
          </a:xfrm>
          <a:prstGeom prst="rect">
            <a:avLst/>
          </a:prstGeom>
          <a:noFill/>
          <a:ln/>
        </p:spPr>
        <p:txBody>
          <a:bodyPr wrap="square" lIns="0" tIns="0" rIns="0" bIns="0" rtlCol="0" anchor="t"/>
          <a:lstStyle/>
          <a:p>
            <a:pPr indent="0" marL="0">
              <a:buNone/>
            </a:pPr>
            <a:r>
              <a:rPr lang="en-US" sz="1400" dirty="0">
                <a:solidFill>
                  <a:srgbClr val="55676B"/>
                </a:solidFill>
                <a:latin typeface="Geist" pitchFamily="34" charset="0"/>
                <a:ea typeface="Geist" pitchFamily="34" charset="-122"/>
                <a:cs typeface="Geist" pitchFamily="34" charset="-120"/>
              </a:rPr>
              <a:t>Wedge: NIS2, live in all three markets.  Second module: AI Act, from Q1 2027.  Base: GDPR.</a:t>
            </a:r>
            <a:endParaRPr lang="en-US" sz="1400" dirty="0"/>
          </a:p>
        </p:txBody>
      </p:sp>
      <p:sp>
        <p:nvSpPr>
          <p:cNvPr id="9" name="Text 6"/>
          <p:cNvSpPr txBox="1"/>
          <p:nvPr/>
        </p:nvSpPr>
        <p:spPr>
          <a:xfrm>
            <a:off x="11658600" y="2606040"/>
            <a:ext cx="5486400" cy="320040"/>
          </a:xfrm>
          <a:prstGeom prst="rect">
            <a:avLst/>
          </a:prstGeom>
          <a:noFill/>
          <a:ln/>
        </p:spPr>
        <p:txBody>
          <a:bodyPr wrap="square" lIns="0" tIns="0" rIns="0" bIns="0" rtlCol="0" anchor="t"/>
          <a:lstStyle/>
          <a:p>
            <a:pPr algn="r" indent="0" marL="0">
              <a:buNone/>
            </a:pPr>
            <a:r>
              <a:rPr lang="en-US" sz="1400" dirty="0">
                <a:solidFill>
                  <a:srgbClr val="55676B"/>
                </a:solidFill>
                <a:latin typeface="Geist" pitchFamily="34" charset="0"/>
                <a:ea typeface="Geist" pitchFamily="34" charset="-122"/>
                <a:cs typeface="Geist" pitchFamily="34" charset="-120"/>
              </a:rPr>
              <a:t>Seat in Austria, pilots from Budapest</a:t>
            </a:r>
            <a:endParaRPr lang="en-US" sz="1400" dirty="0"/>
          </a:p>
        </p:txBody>
      </p:sp>
      <p:sp>
        <p:nvSpPr>
          <p:cNvPr id="10" name="Shape 7"/>
          <p:cNvSpPr/>
          <p:nvPr/>
        </p:nvSpPr>
        <p:spPr>
          <a:xfrm>
            <a:off x="1143000" y="3154680"/>
            <a:ext cx="5090160" cy="5623560"/>
          </a:xfrm>
          <a:prstGeom prst="roundRect">
            <a:avLst>
              <a:gd name="adj" fmla="val 3234"/>
            </a:avLst>
          </a:prstGeom>
          <a:solidFill>
            <a:srgbClr val="E7EDEC"/>
          </a:solidFill>
          <a:ln w="9525">
            <a:solidFill>
              <a:srgbClr val="E7EDEC"/>
            </a:solidFill>
            <a:prstDash val="solid"/>
          </a:ln>
        </p:spPr>
      </p:sp>
      <p:sp>
        <p:nvSpPr>
          <p:cNvPr id="11" name="Text 8"/>
          <p:cNvSpPr txBox="1"/>
          <p:nvPr/>
        </p:nvSpPr>
        <p:spPr>
          <a:xfrm>
            <a:off x="1554480" y="3520440"/>
            <a:ext cx="426720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01  Enter</a:t>
            </a:r>
            <a:endParaRPr lang="en-US" sz="1300" dirty="0"/>
          </a:p>
        </p:txBody>
      </p:sp>
      <p:sp>
        <p:nvSpPr>
          <p:cNvPr id="12" name="Text 9"/>
          <p:cNvSpPr txBox="1"/>
          <p:nvPr/>
        </p:nvSpPr>
        <p:spPr>
          <a:xfrm>
            <a:off x="1554480" y="3520440"/>
            <a:ext cx="4267200" cy="274320"/>
          </a:xfrm>
          <a:prstGeom prst="rect">
            <a:avLst/>
          </a:prstGeom>
          <a:noFill/>
          <a:ln/>
        </p:spPr>
        <p:txBody>
          <a:bodyPr wrap="square" lIns="0" tIns="0" rIns="0" bIns="0" rtlCol="0" anchor="t"/>
          <a:lstStyle/>
          <a:p>
            <a:pPr algn="r" indent="0" marL="0">
              <a:buNone/>
            </a:pPr>
            <a:r>
              <a:rPr lang="en-US" sz="1300" dirty="0">
                <a:solidFill>
                  <a:srgbClr val="8A9A9D"/>
                </a:solidFill>
                <a:latin typeface="Geist" pitchFamily="34" charset="0"/>
                <a:ea typeface="Geist" pitchFamily="34" charset="-122"/>
                <a:cs typeface="Geist" pitchFamily="34" charset="-120"/>
              </a:rPr>
              <a:t>2027, first half</a:t>
            </a:r>
            <a:endParaRPr lang="en-US" sz="1300" dirty="0"/>
          </a:p>
        </p:txBody>
      </p:sp>
      <p:sp>
        <p:nvSpPr>
          <p:cNvPr id="13" name="Text 10"/>
          <p:cNvSpPr txBox="1"/>
          <p:nvPr/>
        </p:nvSpPr>
        <p:spPr>
          <a:xfrm>
            <a:off x="1554480" y="3840480"/>
            <a:ext cx="4267200" cy="548640"/>
          </a:xfrm>
          <a:prstGeom prst="rect">
            <a:avLst/>
          </a:prstGeom>
          <a:noFill/>
          <a:ln/>
        </p:spPr>
        <p:txBody>
          <a:bodyPr wrap="square" lIns="0" tIns="0" rIns="0" bIns="0" rtlCol="0" anchor="t"/>
          <a:lstStyle/>
          <a:p>
            <a:pPr indent="0" marL="0">
              <a:buNone/>
            </a:pPr>
            <a:r>
              <a:rPr lang="en-US" sz="3000" dirty="0">
                <a:solidFill>
                  <a:srgbClr val="1C2B2F"/>
                </a:solidFill>
                <a:latin typeface="Geist Medium" pitchFamily="34" charset="0"/>
                <a:ea typeface="Geist Medium" pitchFamily="34" charset="-122"/>
                <a:cs typeface="Geist Medium" pitchFamily="34" charset="-120"/>
              </a:rPr>
              <a:t>Netherlands</a:t>
            </a:r>
            <a:endParaRPr lang="en-US" sz="3000" dirty="0"/>
          </a:p>
        </p:txBody>
      </p:sp>
      <p:sp>
        <p:nvSpPr>
          <p:cNvPr id="14" name="Shape 11"/>
          <p:cNvSpPr/>
          <p:nvPr/>
        </p:nvSpPr>
        <p:spPr>
          <a:xfrm>
            <a:off x="1554480" y="4572000"/>
            <a:ext cx="1554480" cy="329184"/>
          </a:xfrm>
          <a:prstGeom prst="roundRect">
            <a:avLst>
              <a:gd name="adj" fmla="val 50000"/>
            </a:avLst>
          </a:prstGeom>
          <a:solidFill>
            <a:srgbClr val="FCFBF8"/>
          </a:solidFill>
          <a:ln w="9525">
            <a:solidFill>
              <a:srgbClr val="CFD6D3"/>
            </a:solidFill>
            <a:prstDash val="solid"/>
          </a:ln>
        </p:spPr>
      </p:sp>
      <p:sp>
        <p:nvSpPr>
          <p:cNvPr id="15" name="Text 12"/>
          <p:cNvSpPr txBox="1"/>
          <p:nvPr/>
        </p:nvSpPr>
        <p:spPr>
          <a:xfrm>
            <a:off x="1554480" y="4572000"/>
            <a:ext cx="1554480" cy="329184"/>
          </a:xfrm>
          <a:prstGeom prst="rect">
            <a:avLst/>
          </a:prstGeom>
          <a:noFill/>
          <a:ln/>
        </p:spPr>
        <p:txBody>
          <a:bodyPr wrap="square" lIns="0" tIns="0" rIns="0" bIns="0" rtlCol="0" anchor="ctr"/>
          <a:lstStyle/>
          <a:p>
            <a:pPr algn="ctr" indent="0" marL="0">
              <a:buNone/>
            </a:pPr>
            <a:r>
              <a:rPr lang="en-US" sz="1200" dirty="0">
                <a:solidFill>
                  <a:srgbClr val="1C2B2F"/>
                </a:solidFill>
                <a:latin typeface="Geist" pitchFamily="34" charset="0"/>
                <a:ea typeface="Geist" pitchFamily="34" charset="-122"/>
                <a:cs typeface="Geist" pitchFamily="34" charset="-120"/>
              </a:rPr>
              <a:t>adviser legal</a:t>
            </a:r>
            <a:endParaRPr lang="en-US" sz="1200" dirty="0"/>
          </a:p>
        </p:txBody>
      </p:sp>
      <p:sp>
        <p:nvSpPr>
          <p:cNvPr id="16" name="Shape 13"/>
          <p:cNvSpPr/>
          <p:nvPr/>
        </p:nvSpPr>
        <p:spPr>
          <a:xfrm>
            <a:off x="1554480" y="5303520"/>
            <a:ext cx="4267200" cy="0"/>
          </a:xfrm>
          <a:prstGeom prst="line">
            <a:avLst/>
          </a:prstGeom>
          <a:noFill/>
          <a:ln w="9525">
            <a:solidFill>
              <a:srgbClr val="CFD6D3"/>
            </a:solidFill>
            <a:prstDash val="solid"/>
          </a:ln>
        </p:spPr>
      </p:sp>
      <p:sp>
        <p:nvSpPr>
          <p:cNvPr id="17" name="Text 14"/>
          <p:cNvSpPr txBox="1"/>
          <p:nvPr/>
        </p:nvSpPr>
        <p:spPr>
          <a:xfrm>
            <a:off x="1554480" y="54132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Trigger</a:t>
            </a:r>
            <a:endParaRPr lang="en-US" sz="1100" dirty="0"/>
          </a:p>
        </p:txBody>
      </p:sp>
      <p:sp>
        <p:nvSpPr>
          <p:cNvPr id="18" name="Text 15"/>
          <p:cNvSpPr txBox="1"/>
          <p:nvPr/>
        </p:nvSpPr>
        <p:spPr>
          <a:xfrm>
            <a:off x="1554480" y="5669280"/>
            <a:ext cx="4267200" cy="68580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NIS2 live since 15 Aug 2026. Registration open, about 8,000 entities.</a:t>
            </a:r>
            <a:endParaRPr lang="en-US" sz="1400" dirty="0"/>
          </a:p>
        </p:txBody>
      </p:sp>
      <p:sp>
        <p:nvSpPr>
          <p:cNvPr id="19" name="Shape 16"/>
          <p:cNvSpPr/>
          <p:nvPr/>
        </p:nvSpPr>
        <p:spPr>
          <a:xfrm>
            <a:off x="1554480" y="6446520"/>
            <a:ext cx="4267200" cy="0"/>
          </a:xfrm>
          <a:prstGeom prst="line">
            <a:avLst/>
          </a:prstGeom>
          <a:noFill/>
          <a:ln w="9525">
            <a:solidFill>
              <a:srgbClr val="CFD6D3"/>
            </a:solidFill>
            <a:prstDash val="solid"/>
          </a:ln>
        </p:spPr>
      </p:sp>
      <p:sp>
        <p:nvSpPr>
          <p:cNvPr id="20" name="Text 17"/>
          <p:cNvSpPr txBox="1"/>
          <p:nvPr/>
        </p:nvSpPr>
        <p:spPr>
          <a:xfrm>
            <a:off x="1554480" y="65562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We need</a:t>
            </a:r>
            <a:endParaRPr lang="en-US" sz="1100" dirty="0"/>
          </a:p>
        </p:txBody>
      </p:sp>
      <p:sp>
        <p:nvSpPr>
          <p:cNvPr id="21" name="Text 18"/>
          <p:cNvSpPr txBox="1"/>
          <p:nvPr/>
        </p:nvSpPr>
        <p:spPr>
          <a:xfrm>
            <a:off x="1554480" y="6812280"/>
            <a:ext cx="4267200" cy="64008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One Dutch firm. 15 interviews. Two design partners.</a:t>
            </a:r>
            <a:endParaRPr lang="en-US" sz="1350" dirty="0"/>
          </a:p>
        </p:txBody>
      </p:sp>
      <p:sp>
        <p:nvSpPr>
          <p:cNvPr id="22" name="Shape 19"/>
          <p:cNvSpPr/>
          <p:nvPr/>
        </p:nvSpPr>
        <p:spPr>
          <a:xfrm>
            <a:off x="6598920" y="3154680"/>
            <a:ext cx="5090160" cy="5623560"/>
          </a:xfrm>
          <a:prstGeom prst="roundRect">
            <a:avLst>
              <a:gd name="adj" fmla="val 3234"/>
            </a:avLst>
          </a:prstGeom>
          <a:solidFill>
            <a:srgbClr val="E7EDEC"/>
          </a:solidFill>
          <a:ln w="9525">
            <a:solidFill>
              <a:srgbClr val="E7EDEC"/>
            </a:solidFill>
            <a:prstDash val="solid"/>
          </a:ln>
        </p:spPr>
      </p:sp>
      <p:sp>
        <p:nvSpPr>
          <p:cNvPr id="23" name="Text 20"/>
          <p:cNvSpPr txBox="1"/>
          <p:nvPr/>
        </p:nvSpPr>
        <p:spPr>
          <a:xfrm>
            <a:off x="7010400" y="3520440"/>
            <a:ext cx="4267200" cy="274320"/>
          </a:xfrm>
          <a:prstGeom prst="rect">
            <a:avLst/>
          </a:prstGeom>
          <a:noFill/>
          <a:ln/>
        </p:spPr>
        <p:txBody>
          <a:bodyPr wrap="square" lIns="0" tIns="0" rIns="0" bIns="0" rtlCol="0" anchor="t"/>
          <a:lstStyle/>
          <a:p>
            <a:pPr indent="0" marL="0">
              <a:buNone/>
            </a:pPr>
            <a:r>
              <a:rPr lang="en-US" sz="1300" dirty="0">
                <a:solidFill>
                  <a:srgbClr val="8A9A9D"/>
                </a:solidFill>
                <a:latin typeface="Geist" pitchFamily="34" charset="0"/>
                <a:ea typeface="Geist" pitchFamily="34" charset="-122"/>
                <a:cs typeface="Geist" pitchFamily="34" charset="-120"/>
              </a:rPr>
              <a:t>02  Grow</a:t>
            </a:r>
            <a:endParaRPr lang="en-US" sz="1300" dirty="0"/>
          </a:p>
        </p:txBody>
      </p:sp>
      <p:sp>
        <p:nvSpPr>
          <p:cNvPr id="24" name="Text 21"/>
          <p:cNvSpPr txBox="1"/>
          <p:nvPr/>
        </p:nvSpPr>
        <p:spPr>
          <a:xfrm>
            <a:off x="7010400" y="3520440"/>
            <a:ext cx="4267200" cy="274320"/>
          </a:xfrm>
          <a:prstGeom prst="rect">
            <a:avLst/>
          </a:prstGeom>
          <a:noFill/>
          <a:ln/>
        </p:spPr>
        <p:txBody>
          <a:bodyPr wrap="square" lIns="0" tIns="0" rIns="0" bIns="0" rtlCol="0" anchor="t"/>
          <a:lstStyle/>
          <a:p>
            <a:pPr algn="r" indent="0" marL="0">
              <a:buNone/>
            </a:pPr>
            <a:r>
              <a:rPr lang="en-US" sz="1300" dirty="0">
                <a:solidFill>
                  <a:srgbClr val="8A9A9D"/>
                </a:solidFill>
                <a:latin typeface="Geist" pitchFamily="34" charset="0"/>
                <a:ea typeface="Geist" pitchFamily="34" charset="-122"/>
                <a:cs typeface="Geist" pitchFamily="34" charset="-120"/>
              </a:rPr>
              <a:t>2027, second half</a:t>
            </a:r>
            <a:endParaRPr lang="en-US" sz="1300" dirty="0"/>
          </a:p>
        </p:txBody>
      </p:sp>
      <p:sp>
        <p:nvSpPr>
          <p:cNvPr id="25" name="Text 22"/>
          <p:cNvSpPr txBox="1"/>
          <p:nvPr/>
        </p:nvSpPr>
        <p:spPr>
          <a:xfrm>
            <a:off x="7010400" y="3840480"/>
            <a:ext cx="4267200" cy="548640"/>
          </a:xfrm>
          <a:prstGeom prst="rect">
            <a:avLst/>
          </a:prstGeom>
          <a:noFill/>
          <a:ln/>
        </p:spPr>
        <p:txBody>
          <a:bodyPr wrap="square" lIns="0" tIns="0" rIns="0" bIns="0" rtlCol="0" anchor="t"/>
          <a:lstStyle/>
          <a:p>
            <a:pPr indent="0" marL="0">
              <a:buNone/>
            </a:pPr>
            <a:r>
              <a:rPr lang="en-US" sz="3000" dirty="0">
                <a:solidFill>
                  <a:srgbClr val="1C2B2F"/>
                </a:solidFill>
                <a:latin typeface="Geist Medium" pitchFamily="34" charset="0"/>
                <a:ea typeface="Geist Medium" pitchFamily="34" charset="-122"/>
                <a:cs typeface="Geist Medium" pitchFamily="34" charset="-120"/>
              </a:rPr>
              <a:t>Sweden</a:t>
            </a:r>
            <a:endParaRPr lang="en-US" sz="3000" dirty="0"/>
          </a:p>
        </p:txBody>
      </p:sp>
      <p:sp>
        <p:nvSpPr>
          <p:cNvPr id="26" name="Shape 23"/>
          <p:cNvSpPr/>
          <p:nvPr/>
        </p:nvSpPr>
        <p:spPr>
          <a:xfrm>
            <a:off x="7010400" y="4572000"/>
            <a:ext cx="1554480" cy="329184"/>
          </a:xfrm>
          <a:prstGeom prst="roundRect">
            <a:avLst>
              <a:gd name="adj" fmla="val 50000"/>
            </a:avLst>
          </a:prstGeom>
          <a:solidFill>
            <a:srgbClr val="FCFBF8"/>
          </a:solidFill>
          <a:ln w="9525">
            <a:solidFill>
              <a:srgbClr val="CFD6D3"/>
            </a:solidFill>
            <a:prstDash val="solid"/>
          </a:ln>
        </p:spPr>
      </p:sp>
      <p:sp>
        <p:nvSpPr>
          <p:cNvPr id="27" name="Text 24"/>
          <p:cNvSpPr txBox="1"/>
          <p:nvPr/>
        </p:nvSpPr>
        <p:spPr>
          <a:xfrm>
            <a:off x="7010400" y="4572000"/>
            <a:ext cx="1554480" cy="329184"/>
          </a:xfrm>
          <a:prstGeom prst="rect">
            <a:avLst/>
          </a:prstGeom>
          <a:noFill/>
          <a:ln/>
        </p:spPr>
        <p:txBody>
          <a:bodyPr wrap="square" lIns="0" tIns="0" rIns="0" bIns="0" rtlCol="0" anchor="ctr"/>
          <a:lstStyle/>
          <a:p>
            <a:pPr algn="ctr" indent="0" marL="0">
              <a:buNone/>
            </a:pPr>
            <a:r>
              <a:rPr lang="en-US" sz="1200" dirty="0">
                <a:solidFill>
                  <a:srgbClr val="1C2B2F"/>
                </a:solidFill>
                <a:latin typeface="Geist" pitchFamily="34" charset="0"/>
                <a:ea typeface="Geist" pitchFamily="34" charset="-122"/>
                <a:cs typeface="Geist" pitchFamily="34" charset="-120"/>
              </a:rPr>
              <a:t>adviser legal</a:t>
            </a:r>
            <a:endParaRPr lang="en-US" sz="1200" dirty="0"/>
          </a:p>
        </p:txBody>
      </p:sp>
      <p:sp>
        <p:nvSpPr>
          <p:cNvPr id="28" name="Shape 25"/>
          <p:cNvSpPr/>
          <p:nvPr/>
        </p:nvSpPr>
        <p:spPr>
          <a:xfrm>
            <a:off x="7010400" y="5303520"/>
            <a:ext cx="4267200" cy="0"/>
          </a:xfrm>
          <a:prstGeom prst="line">
            <a:avLst/>
          </a:prstGeom>
          <a:noFill/>
          <a:ln w="9525">
            <a:solidFill>
              <a:srgbClr val="CFD6D3"/>
            </a:solidFill>
            <a:prstDash val="solid"/>
          </a:ln>
        </p:spPr>
      </p:sp>
      <p:sp>
        <p:nvSpPr>
          <p:cNvPr id="29" name="Text 26"/>
          <p:cNvSpPr txBox="1"/>
          <p:nvPr/>
        </p:nvSpPr>
        <p:spPr>
          <a:xfrm>
            <a:off x="7010400" y="54132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Trigger</a:t>
            </a:r>
            <a:endParaRPr lang="en-US" sz="1100" dirty="0"/>
          </a:p>
        </p:txBody>
      </p:sp>
      <p:sp>
        <p:nvSpPr>
          <p:cNvPr id="30" name="Text 27"/>
          <p:cNvSpPr txBox="1"/>
          <p:nvPr/>
        </p:nvSpPr>
        <p:spPr>
          <a:xfrm>
            <a:off x="7010400" y="5669280"/>
            <a:ext cx="4267200" cy="685800"/>
          </a:xfrm>
          <a:prstGeom prst="rect">
            <a:avLst/>
          </a:prstGeom>
          <a:noFill/>
          <a:ln/>
        </p:spPr>
        <p:txBody>
          <a:bodyPr wrap="square" lIns="0" tIns="0" rIns="0" bIns="0" rtlCol="0" anchor="t"/>
          <a:lstStyle/>
          <a:p>
            <a:pPr indent="0" marL="0">
              <a:buNone/>
            </a:pPr>
            <a:r>
              <a:rPr lang="en-US" sz="1400" dirty="0">
                <a:solidFill>
                  <a:srgbClr val="1C2B2F"/>
                </a:solidFill>
                <a:latin typeface="Geist Medium" pitchFamily="34" charset="0"/>
                <a:ea typeface="Geist Medium" pitchFamily="34" charset="-122"/>
                <a:cs typeface="Geist Medium" pitchFamily="34" charset="-120"/>
              </a:rPr>
              <a:t>NIS2 live since 15 Jan 2026. One firm for Sweden, Denmark, Finland.</a:t>
            </a:r>
            <a:endParaRPr lang="en-US" sz="1400" dirty="0"/>
          </a:p>
        </p:txBody>
      </p:sp>
      <p:sp>
        <p:nvSpPr>
          <p:cNvPr id="31" name="Shape 28"/>
          <p:cNvSpPr/>
          <p:nvPr/>
        </p:nvSpPr>
        <p:spPr>
          <a:xfrm>
            <a:off x="7010400" y="6446520"/>
            <a:ext cx="4267200" cy="0"/>
          </a:xfrm>
          <a:prstGeom prst="line">
            <a:avLst/>
          </a:prstGeom>
          <a:noFill/>
          <a:ln w="9525">
            <a:solidFill>
              <a:srgbClr val="CFD6D3"/>
            </a:solidFill>
            <a:prstDash val="solid"/>
          </a:ln>
        </p:spPr>
      </p:sp>
      <p:sp>
        <p:nvSpPr>
          <p:cNvPr id="32" name="Text 29"/>
          <p:cNvSpPr txBox="1"/>
          <p:nvPr/>
        </p:nvSpPr>
        <p:spPr>
          <a:xfrm>
            <a:off x="7010400" y="6556248"/>
            <a:ext cx="4267200" cy="256032"/>
          </a:xfrm>
          <a:prstGeom prst="rect">
            <a:avLst/>
          </a:prstGeom>
          <a:noFill/>
          <a:ln/>
        </p:spPr>
        <p:txBody>
          <a:bodyPr wrap="square" lIns="0" tIns="0" rIns="0" bIns="0" rtlCol="0" anchor="t"/>
          <a:lstStyle/>
          <a:p>
            <a:pPr indent="0" marL="0">
              <a:buNone/>
            </a:pPr>
            <a:r>
              <a:rPr lang="en-US" sz="1100" dirty="0">
                <a:solidFill>
                  <a:srgbClr val="8A9A9D"/>
                </a:solidFill>
                <a:latin typeface="Geist" pitchFamily="34" charset="0"/>
                <a:ea typeface="Geist" pitchFamily="34" charset="-122"/>
                <a:cs typeface="Geist" pitchFamily="34" charset="-120"/>
              </a:rPr>
              <a:t>We need</a:t>
            </a:r>
            <a:endParaRPr lang="en-US" sz="1100" dirty="0"/>
          </a:p>
        </p:txBody>
      </p:sp>
      <p:sp>
        <p:nvSpPr>
          <p:cNvPr id="33" name="Text 30"/>
          <p:cNvSpPr txBox="1"/>
          <p:nvPr/>
        </p:nvSpPr>
        <p:spPr>
          <a:xfrm>
            <a:off x="7010400" y="6812280"/>
            <a:ext cx="4267200" cy="640080"/>
          </a:xfrm>
          <a:prstGeom prst="rect">
            <a:avLst/>
          </a:prstGeom>
          <a:noFill/>
          <a:ln/>
        </p:spPr>
        <p:txBody>
          <a:bodyPr wrap="square" lIns="0" tIns="0" rIns="0" bIns="0" rtlCol="0" anchor="t"/>
          <a:lstStyle/>
          <a:p>
            <a:pPr indent="0" marL="0">
              <a:buNone/>
            </a:pPr>
            <a:r>
              <a:rPr lang="en-US" sz="1350" dirty="0">
                <a:solidFill>
                  <a:srgbClr val="55676B"/>
                </a:solidFill>
                <a:latin typeface="Geist" pitchFamily="34" charset="0"/>
                <a:ea typeface="Geist" pitchFamily="34" charset="-122"/>
                <a:cs typeface="Geist" pitchFamily="34" charset="-120"/>
              </a:rPr>
              <a:t>One Swedish firm. First Expand pack, Netherlands to Sweden.</a:t>
            </a:r>
            <a:endParaRPr lang="en-US" sz="1350" dirty="0"/>
          </a:p>
        </p:txBody>
      </p:sp>
      <p:sp>
        <p:nvSpPr>
          <p:cNvPr id="34" name="Shape 31"/>
          <p:cNvSpPr/>
          <p:nvPr/>
        </p:nvSpPr>
        <p:spPr>
          <a:xfrm>
            <a:off x="12054840" y="3154680"/>
            <a:ext cx="5090160" cy="5623560"/>
          </a:xfrm>
          <a:prstGeom prst="roundRect">
            <a:avLst>
              <a:gd name="adj" fmla="val 3234"/>
            </a:avLst>
          </a:prstGeom>
          <a:solidFill>
            <a:srgbClr val="1C2B2F"/>
          </a:solidFill>
          <a:ln w="9525">
            <a:solidFill>
              <a:srgbClr val="1C2B2F"/>
            </a:solidFill>
            <a:prstDash val="solid"/>
          </a:ln>
        </p:spPr>
      </p:sp>
      <p:sp>
        <p:nvSpPr>
          <p:cNvPr id="35" name="Text 32"/>
          <p:cNvSpPr txBox="1"/>
          <p:nvPr/>
        </p:nvSpPr>
        <p:spPr>
          <a:xfrm>
            <a:off x="12466320" y="3520440"/>
            <a:ext cx="4267200" cy="274320"/>
          </a:xfrm>
          <a:prstGeom prst="rect">
            <a:avLst/>
          </a:prstGeom>
          <a:noFill/>
          <a:ln/>
        </p:spPr>
        <p:txBody>
          <a:bodyPr wrap="square" lIns="0" tIns="0" rIns="0" bIns="0" rtlCol="0" anchor="t"/>
          <a:lstStyle/>
          <a:p>
            <a:pPr indent="0" marL="0">
              <a:buNone/>
            </a:pPr>
            <a:r>
              <a:rPr lang="en-US" sz="1300" dirty="0">
                <a:solidFill>
                  <a:srgbClr val="8FA3A8"/>
                </a:solidFill>
                <a:latin typeface="Geist" pitchFamily="34" charset="0"/>
                <a:ea typeface="Geist" pitchFamily="34" charset="-122"/>
                <a:cs typeface="Geist" pitchFamily="34" charset="-120"/>
              </a:rPr>
              <a:t>03  Win</a:t>
            </a:r>
            <a:endParaRPr lang="en-US" sz="1300" dirty="0"/>
          </a:p>
        </p:txBody>
      </p:sp>
      <p:sp>
        <p:nvSpPr>
          <p:cNvPr id="36" name="Text 33"/>
          <p:cNvSpPr txBox="1"/>
          <p:nvPr/>
        </p:nvSpPr>
        <p:spPr>
          <a:xfrm>
            <a:off x="12466320" y="3520440"/>
            <a:ext cx="4267200" cy="274320"/>
          </a:xfrm>
          <a:prstGeom prst="rect">
            <a:avLst/>
          </a:prstGeom>
          <a:noFill/>
          <a:ln/>
        </p:spPr>
        <p:txBody>
          <a:bodyPr wrap="square" lIns="0" tIns="0" rIns="0" bIns="0" rtlCol="0" anchor="t"/>
          <a:lstStyle/>
          <a:p>
            <a:pPr algn="r" indent="0" marL="0">
              <a:buNone/>
            </a:pPr>
            <a:r>
              <a:rPr lang="en-US" sz="1300" dirty="0">
                <a:solidFill>
                  <a:srgbClr val="8FA3A8"/>
                </a:solidFill>
                <a:latin typeface="Geist" pitchFamily="34" charset="0"/>
                <a:ea typeface="Geist" pitchFamily="34" charset="-122"/>
                <a:cs typeface="Geist" pitchFamily="34" charset="-120"/>
              </a:rPr>
              <a:t>2028</a:t>
            </a:r>
            <a:endParaRPr lang="en-US" sz="1300" dirty="0"/>
          </a:p>
        </p:txBody>
      </p:sp>
      <p:sp>
        <p:nvSpPr>
          <p:cNvPr id="37" name="Text 34"/>
          <p:cNvSpPr txBox="1"/>
          <p:nvPr/>
        </p:nvSpPr>
        <p:spPr>
          <a:xfrm>
            <a:off x="12466320" y="3840480"/>
            <a:ext cx="4267200" cy="548640"/>
          </a:xfrm>
          <a:prstGeom prst="rect">
            <a:avLst/>
          </a:prstGeom>
          <a:noFill/>
          <a:ln/>
        </p:spPr>
        <p:txBody>
          <a:bodyPr wrap="square" lIns="0" tIns="0" rIns="0" bIns="0" rtlCol="0" anchor="t"/>
          <a:lstStyle/>
          <a:p>
            <a:pPr indent="0" marL="0">
              <a:buNone/>
            </a:pPr>
            <a:r>
              <a:rPr lang="en-US" sz="3000" dirty="0">
                <a:solidFill>
                  <a:srgbClr val="F6F4EE"/>
                </a:solidFill>
                <a:latin typeface="Geist Medium" pitchFamily="34" charset="0"/>
                <a:ea typeface="Geist Medium" pitchFamily="34" charset="-122"/>
                <a:cs typeface="Geist Medium" pitchFamily="34" charset="-120"/>
              </a:rPr>
              <a:t>Germany</a:t>
            </a:r>
            <a:endParaRPr lang="en-US" sz="3000" dirty="0"/>
          </a:p>
        </p:txBody>
      </p:sp>
      <p:sp>
        <p:nvSpPr>
          <p:cNvPr id="38" name="Shape 35"/>
          <p:cNvSpPr/>
          <p:nvPr/>
        </p:nvSpPr>
        <p:spPr>
          <a:xfrm>
            <a:off x="12466320" y="4572000"/>
            <a:ext cx="2377440" cy="329184"/>
          </a:xfrm>
          <a:prstGeom prst="roundRect">
            <a:avLst>
              <a:gd name="adj" fmla="val 50000"/>
            </a:avLst>
          </a:prstGeom>
          <a:solidFill>
            <a:srgbClr val="2E4147"/>
          </a:solidFill>
          <a:ln w="9525">
            <a:solidFill>
              <a:srgbClr val="2E4147"/>
            </a:solidFill>
            <a:prstDash val="solid"/>
          </a:ln>
        </p:spPr>
      </p:sp>
      <p:sp>
        <p:nvSpPr>
          <p:cNvPr id="39" name="Text 36"/>
          <p:cNvSpPr txBox="1"/>
          <p:nvPr/>
        </p:nvSpPr>
        <p:spPr>
          <a:xfrm>
            <a:off x="12466320" y="4572000"/>
            <a:ext cx="2377440" cy="329184"/>
          </a:xfrm>
          <a:prstGeom prst="rect">
            <a:avLst/>
          </a:prstGeom>
          <a:noFill/>
          <a:ln/>
        </p:spPr>
        <p:txBody>
          <a:bodyPr wrap="square" lIns="0" tIns="0" rIns="0" bIns="0" rtlCol="0" anchor="ctr"/>
          <a:lstStyle/>
          <a:p>
            <a:pPr algn="ctr" indent="0" marL="0">
              <a:buNone/>
            </a:pPr>
            <a:r>
              <a:rPr lang="en-US" sz="1200" dirty="0">
                <a:solidFill>
                  <a:srgbClr val="F6F4EE"/>
                </a:solidFill>
                <a:latin typeface="Geist" pitchFamily="34" charset="0"/>
                <a:ea typeface="Geist" pitchFamily="34" charset="-122"/>
                <a:cs typeface="Geist" pitchFamily="34" charset="-120"/>
              </a:rPr>
              <a:t>adviser gated, firm signs</a:t>
            </a:r>
            <a:endParaRPr lang="en-US" sz="1200" dirty="0"/>
          </a:p>
        </p:txBody>
      </p:sp>
      <p:sp>
        <p:nvSpPr>
          <p:cNvPr id="40" name="Shape 37"/>
          <p:cNvSpPr/>
          <p:nvPr/>
        </p:nvSpPr>
        <p:spPr>
          <a:xfrm>
            <a:off x="12466320" y="5303520"/>
            <a:ext cx="4267200" cy="0"/>
          </a:xfrm>
          <a:prstGeom prst="line">
            <a:avLst/>
          </a:prstGeom>
          <a:noFill/>
          <a:ln w="9525">
            <a:solidFill>
              <a:srgbClr val="4A5E64"/>
            </a:solidFill>
            <a:prstDash val="solid"/>
          </a:ln>
        </p:spPr>
      </p:sp>
      <p:sp>
        <p:nvSpPr>
          <p:cNvPr id="41" name="Text 38"/>
          <p:cNvSpPr txBox="1"/>
          <p:nvPr/>
        </p:nvSpPr>
        <p:spPr>
          <a:xfrm>
            <a:off x="12466320" y="5413248"/>
            <a:ext cx="4267200" cy="256032"/>
          </a:xfrm>
          <a:prstGeom prst="rect">
            <a:avLst/>
          </a:prstGeom>
          <a:noFill/>
          <a:ln/>
        </p:spPr>
        <p:txBody>
          <a:bodyPr wrap="square" lIns="0" tIns="0" rIns="0" bIns="0" rtlCol="0" anchor="t"/>
          <a:lstStyle/>
          <a:p>
            <a:pPr indent="0" marL="0">
              <a:buNone/>
            </a:pPr>
            <a:r>
              <a:rPr lang="en-US" sz="1100" dirty="0">
                <a:solidFill>
                  <a:srgbClr val="8FA3A8"/>
                </a:solidFill>
                <a:latin typeface="Geist" pitchFamily="34" charset="0"/>
                <a:ea typeface="Geist" pitchFamily="34" charset="-122"/>
                <a:cs typeface="Geist" pitchFamily="34" charset="-120"/>
              </a:rPr>
              <a:t>Trigger</a:t>
            </a:r>
            <a:endParaRPr lang="en-US" sz="1100" dirty="0"/>
          </a:p>
        </p:txBody>
      </p:sp>
      <p:sp>
        <p:nvSpPr>
          <p:cNvPr id="42" name="Text 39"/>
          <p:cNvSpPr txBox="1"/>
          <p:nvPr/>
        </p:nvSpPr>
        <p:spPr>
          <a:xfrm>
            <a:off x="12466320" y="5669280"/>
            <a:ext cx="4267200" cy="685800"/>
          </a:xfrm>
          <a:prstGeom prst="rect">
            <a:avLst/>
          </a:prstGeom>
          <a:noFill/>
          <a:ln/>
        </p:spPr>
        <p:txBody>
          <a:bodyPr wrap="square" lIns="0" tIns="0" rIns="0" bIns="0" rtlCol="0" anchor="t"/>
          <a:lstStyle/>
          <a:p>
            <a:pPr indent="0" marL="0">
              <a:buNone/>
            </a:pPr>
            <a:r>
              <a:rPr lang="en-US" sz="1400" dirty="0">
                <a:solidFill>
                  <a:srgbClr val="F6F4EE"/>
                </a:solidFill>
                <a:latin typeface="Geist Medium" pitchFamily="34" charset="0"/>
                <a:ea typeface="Geist Medium" pitchFamily="34" charset="-122"/>
                <a:cs typeface="Geist Medium" pitchFamily="34" charset="-120"/>
              </a:rPr>
              <a:t>NIS2 live since 6 Dec 2025. 20,141 registered. 80,043 firms with 50 or more staff.</a:t>
            </a:r>
            <a:endParaRPr lang="en-US" sz="1400" dirty="0"/>
          </a:p>
        </p:txBody>
      </p:sp>
      <p:sp>
        <p:nvSpPr>
          <p:cNvPr id="43" name="Shape 40"/>
          <p:cNvSpPr/>
          <p:nvPr/>
        </p:nvSpPr>
        <p:spPr>
          <a:xfrm>
            <a:off x="12466320" y="6446520"/>
            <a:ext cx="4267200" cy="0"/>
          </a:xfrm>
          <a:prstGeom prst="line">
            <a:avLst/>
          </a:prstGeom>
          <a:noFill/>
          <a:ln w="9525">
            <a:solidFill>
              <a:srgbClr val="4A5E64"/>
            </a:solidFill>
            <a:prstDash val="solid"/>
          </a:ln>
        </p:spPr>
      </p:sp>
      <p:sp>
        <p:nvSpPr>
          <p:cNvPr id="44" name="Text 41"/>
          <p:cNvSpPr txBox="1"/>
          <p:nvPr/>
        </p:nvSpPr>
        <p:spPr>
          <a:xfrm>
            <a:off x="12466320" y="6556248"/>
            <a:ext cx="4267200" cy="256032"/>
          </a:xfrm>
          <a:prstGeom prst="rect">
            <a:avLst/>
          </a:prstGeom>
          <a:noFill/>
          <a:ln/>
        </p:spPr>
        <p:txBody>
          <a:bodyPr wrap="square" lIns="0" tIns="0" rIns="0" bIns="0" rtlCol="0" anchor="t"/>
          <a:lstStyle/>
          <a:p>
            <a:pPr indent="0" marL="0">
              <a:buNone/>
            </a:pPr>
            <a:r>
              <a:rPr lang="en-US" sz="1100" dirty="0">
                <a:solidFill>
                  <a:srgbClr val="8FA3A8"/>
                </a:solidFill>
                <a:latin typeface="Geist" pitchFamily="34" charset="0"/>
                <a:ea typeface="Geist" pitchFamily="34" charset="-122"/>
                <a:cs typeface="Geist" pitchFamily="34" charset="-120"/>
              </a:rPr>
              <a:t>We need</a:t>
            </a:r>
            <a:endParaRPr lang="en-US" sz="1100" dirty="0"/>
          </a:p>
        </p:txBody>
      </p:sp>
      <p:sp>
        <p:nvSpPr>
          <p:cNvPr id="45" name="Text 42"/>
          <p:cNvSpPr txBox="1"/>
          <p:nvPr/>
        </p:nvSpPr>
        <p:spPr>
          <a:xfrm>
            <a:off x="12466320" y="6812280"/>
            <a:ext cx="4267200" cy="640080"/>
          </a:xfrm>
          <a:prstGeom prst="rect">
            <a:avLst/>
          </a:prstGeom>
          <a:noFill/>
          <a:ln/>
        </p:spPr>
        <p:txBody>
          <a:bodyPr wrap="square" lIns="0" tIns="0" rIns="0" bIns="0" rtlCol="0" anchor="t"/>
          <a:lstStyle/>
          <a:p>
            <a:pPr indent="0" marL="0">
              <a:buNone/>
            </a:pPr>
            <a:r>
              <a:rPr lang="en-US" sz="1350" dirty="0">
                <a:solidFill>
                  <a:srgbClr val="B7C4C7"/>
                </a:solidFill>
                <a:latin typeface="Geist" pitchFamily="34" charset="0"/>
                <a:ea typeface="Geist" pitchFamily="34" charset="-122"/>
                <a:cs typeface="Geist" pitchFamily="34" charset="-120"/>
              </a:rPr>
              <a:t>One German firm. German NIS2 rule set as the second Expand pack.</a:t>
            </a:r>
            <a:endParaRPr lang="en-US" sz="1350" dirty="0"/>
          </a:p>
        </p:txBody>
      </p:sp>
      <p:sp>
        <p:nvSpPr>
          <p:cNvPr id="46" name="Shape 43"/>
          <p:cNvSpPr/>
          <p:nvPr/>
        </p:nvSpPr>
        <p:spPr>
          <a:xfrm>
            <a:off x="12466320" y="7452360"/>
            <a:ext cx="4267200" cy="0"/>
          </a:xfrm>
          <a:prstGeom prst="line">
            <a:avLst/>
          </a:prstGeom>
          <a:noFill/>
          <a:ln w="9525">
            <a:solidFill>
              <a:srgbClr val="4A5E64"/>
            </a:solidFill>
            <a:prstDash val="solid"/>
          </a:ln>
        </p:spPr>
      </p:sp>
      <p:sp>
        <p:nvSpPr>
          <p:cNvPr id="47" name="Text 44"/>
          <p:cNvSpPr txBox="1"/>
          <p:nvPr/>
        </p:nvSpPr>
        <p:spPr>
          <a:xfrm>
            <a:off x="12466320" y="7562088"/>
            <a:ext cx="4267200" cy="256032"/>
          </a:xfrm>
          <a:prstGeom prst="rect">
            <a:avLst/>
          </a:prstGeom>
          <a:noFill/>
          <a:ln/>
        </p:spPr>
        <p:txBody>
          <a:bodyPr wrap="square" lIns="0" tIns="0" rIns="0" bIns="0" rtlCol="0" anchor="t"/>
          <a:lstStyle/>
          <a:p>
            <a:pPr indent="0" marL="0">
              <a:buNone/>
            </a:pPr>
            <a:r>
              <a:rPr lang="en-US" sz="1100" dirty="0">
                <a:solidFill>
                  <a:srgbClr val="8FA3A8"/>
                </a:solidFill>
                <a:latin typeface="Geist" pitchFamily="34" charset="0"/>
                <a:ea typeface="Geist" pitchFamily="34" charset="-122"/>
                <a:cs typeface="Geist" pitchFamily="34" charset="-120"/>
              </a:rPr>
              <a:t>The path in</a:t>
            </a:r>
            <a:endParaRPr lang="en-US" sz="1100" dirty="0"/>
          </a:p>
        </p:txBody>
      </p:sp>
      <p:sp>
        <p:nvSpPr>
          <p:cNvPr id="48" name="Text 45"/>
          <p:cNvSpPr txBox="1"/>
          <p:nvPr/>
        </p:nvSpPr>
        <p:spPr>
          <a:xfrm>
            <a:off x="12466320" y="7818120"/>
            <a:ext cx="4267200" cy="292608"/>
          </a:xfrm>
          <a:prstGeom prst="rect">
            <a:avLst/>
          </a:prstGeom>
          <a:noFill/>
          <a:ln/>
        </p:spPr>
        <p:txBody>
          <a:bodyPr wrap="square" lIns="0" tIns="0" rIns="0" bIns="0" rtlCol="0" anchor="t"/>
          <a:lstStyle/>
          <a:p>
            <a:pPr indent="0" marL="0">
              <a:buNone/>
            </a:pPr>
            <a:r>
              <a:rPr lang="en-US" sz="1350" dirty="0">
                <a:solidFill>
                  <a:srgbClr val="F6F4EE"/>
                </a:solidFill>
                <a:latin typeface="Geist Medium" pitchFamily="34" charset="0"/>
                <a:ea typeface="Geist Medium" pitchFamily="34" charset="-122"/>
                <a:cs typeface="Geist Medium" pitchFamily="34" charset="-120"/>
              </a:rPr>
              <a:t>1   Arrive with customers</a:t>
            </a:r>
            <a:endParaRPr lang="en-US" sz="1350" dirty="0"/>
          </a:p>
        </p:txBody>
      </p:sp>
      <p:sp>
        <p:nvSpPr>
          <p:cNvPr id="49" name="Text 46"/>
          <p:cNvSpPr txBox="1"/>
          <p:nvPr/>
        </p:nvSpPr>
        <p:spPr>
          <a:xfrm>
            <a:off x="12466320" y="8119872"/>
            <a:ext cx="4267200" cy="292608"/>
          </a:xfrm>
          <a:prstGeom prst="rect">
            <a:avLst/>
          </a:prstGeom>
          <a:noFill/>
          <a:ln/>
        </p:spPr>
        <p:txBody>
          <a:bodyPr wrap="square" lIns="0" tIns="0" rIns="0" bIns="0" rtlCol="0" anchor="t"/>
          <a:lstStyle/>
          <a:p>
            <a:pPr indent="0" marL="0">
              <a:buNone/>
            </a:pPr>
            <a:r>
              <a:rPr lang="en-US" sz="1350" dirty="0">
                <a:solidFill>
                  <a:srgbClr val="F6F4EE"/>
                </a:solidFill>
                <a:latin typeface="Geist Medium" pitchFamily="34" charset="0"/>
                <a:ea typeface="Geist Medium" pitchFamily="34" charset="-122"/>
                <a:cs typeface="Geist Medium" pitchFamily="34" charset="-120"/>
              </a:rPr>
              <a:t>2   Arrive with a firm</a:t>
            </a:r>
            <a:endParaRPr lang="en-US" sz="1350" dirty="0"/>
          </a:p>
        </p:txBody>
      </p:sp>
      <p:sp>
        <p:nvSpPr>
          <p:cNvPr id="50" name="Text 47"/>
          <p:cNvSpPr txBox="1"/>
          <p:nvPr/>
        </p:nvSpPr>
        <p:spPr>
          <a:xfrm>
            <a:off x="12466320" y="8421624"/>
            <a:ext cx="4267200" cy="292608"/>
          </a:xfrm>
          <a:prstGeom prst="rect">
            <a:avLst/>
          </a:prstGeom>
          <a:noFill/>
          <a:ln/>
        </p:spPr>
        <p:txBody>
          <a:bodyPr wrap="square" lIns="0" tIns="0" rIns="0" bIns="0" rtlCol="0" anchor="t"/>
          <a:lstStyle/>
          <a:p>
            <a:pPr indent="0" marL="0">
              <a:buNone/>
            </a:pPr>
            <a:r>
              <a:rPr lang="en-US" sz="1350" dirty="0">
                <a:solidFill>
                  <a:srgbClr val="F6F4EE"/>
                </a:solidFill>
                <a:latin typeface="Geist Medium" pitchFamily="34" charset="0"/>
                <a:ea typeface="Geist Medium" pitchFamily="34" charset="-122"/>
                <a:cs typeface="Geist Medium" pitchFamily="34" charset="-120"/>
              </a:rPr>
              <a:t>3   Then sell, firm-led</a:t>
            </a:r>
            <a:endParaRPr lang="en-US" sz="1350" dirty="0"/>
          </a:p>
        </p:txBody>
      </p:sp>
      <p:sp>
        <p:nvSpPr>
          <p:cNvPr id="51" name="Text 48"/>
          <p:cNvSpPr txBox="1"/>
          <p:nvPr/>
        </p:nvSpPr>
        <p:spPr>
          <a:xfrm>
            <a:off x="1143000" y="9006840"/>
            <a:ext cx="16002000" cy="274320"/>
          </a:xfrm>
          <a:prstGeom prst="rect">
            <a:avLst/>
          </a:prstGeom>
          <a:noFill/>
          <a:ln/>
        </p:spPr>
        <p:txBody>
          <a:bodyPr wrap="square" lIns="0" tIns="0" rIns="0" bIns="0" rtlCol="0" anchor="t"/>
          <a:lstStyle/>
          <a:p>
            <a:pPr indent="0" marL="0">
              <a:buNone/>
            </a:pPr>
            <a:r>
              <a:rPr lang="en-US" sz="950" dirty="0">
                <a:solidFill>
                  <a:srgbClr val="8A9A9D"/>
                </a:solidFill>
                <a:latin typeface="Geist Medium" pitchFamily="34" charset="0"/>
                <a:ea typeface="Geist Medium" pitchFamily="34" charset="-122"/>
                <a:cs typeface="Geist Medium" pitchFamily="34" charset="-120"/>
              </a:rPr>
              <a:t>1  Netherlands  </a:t>
            </a:r>
            <a:pPr indent="0" marL="0">
              <a:buNone/>
            </a:pPr>
            <a:r>
              <a:rPr lang="en-US" sz="950" u="sng" dirty="0">
                <a:solidFill>
                  <a:srgbClr val="8A9A9D"/>
                </a:solidFill>
                <a:latin typeface="Geist" pitchFamily="34" charset="0"/>
                <a:ea typeface="Geist" pitchFamily="34" charset="-122"/>
                <a:cs typeface="Geist" pitchFamily="34" charset="-120"/>
                <a:hlinkClick r:id="rId1" invalidUrl="" action="" tgtFrame="" tooltip="" history="1" highlightClick="0" endSnd="0">
                  <a:extLst>
                    <a:ext uri="{A12FA001-AC4F-418D-AE19-62706E023703}">
                      <ahyp:hlinkClr xmlns:ahyp="http://schemas.microsoft.com/office/drawing/2018/hyperlinkcolor" val="tx"/>
                    </a:ext>
                  </a:extLst>
                </a:hlinkClick>
              </a:rPr>
              <a:t>rdi.nl</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2" invalidUrl="" action="" tgtFrame="" tooltip="" history="1" highlightClick="0" endSnd="0">
                  <a:extLst>
                    <a:ext uri="{A12FA001-AC4F-418D-AE19-62706E023703}">
                      <ahyp:hlinkClr xmlns:ahyp="http://schemas.microsoft.com/office/drawing/2018/hyperlinkcolor" val="tx"/>
                    </a:ext>
                  </a:extLst>
                </a:hlinkClick>
              </a:rPr>
              <a:t>wetten.overheid.nl</a:t>
            </a:r>
            <a:pPr indent="0" marL="0">
              <a:buNone/>
            </a:pPr>
            <a:r>
              <a:rPr lang="en-US" sz="950" dirty="0">
                <a:solidFill>
                  <a:srgbClr val="8A9A9D"/>
                </a:solidFill>
                <a:latin typeface="Geist Medium" pitchFamily="34" charset="0"/>
                <a:ea typeface="Geist Medium" pitchFamily="34" charset="-122"/>
                <a:cs typeface="Geist Medium" pitchFamily="34" charset="-120"/>
              </a:rPr>
              <a:t>     2  Sweden  </a:t>
            </a:r>
            <a:pPr indent="0" marL="0">
              <a:buNone/>
            </a:pPr>
            <a:r>
              <a:rPr lang="en-US" sz="950" u="sng" dirty="0">
                <a:solidFill>
                  <a:srgbClr val="8A9A9D"/>
                </a:solidFill>
                <a:latin typeface="Geist" pitchFamily="34" charset="0"/>
                <a:ea typeface="Geist" pitchFamily="34" charset="-122"/>
                <a:cs typeface="Geist" pitchFamily="34" charset="-120"/>
                <a:hlinkClick r:id="rId3" invalidUrl="" action="" tgtFrame="" tooltip="" history="1" highlightClick="0" endSnd="0">
                  <a:extLst>
                    <a:ext uri="{A12FA001-AC4F-418D-AE19-62706E023703}">
                      <ahyp:hlinkClr xmlns:ahyp="http://schemas.microsoft.com/office/drawing/2018/hyperlinkcolor" val="tx"/>
                    </a:ext>
                  </a:extLst>
                </a:hlinkClick>
              </a:rPr>
              <a:t>riksdagen.se</a:t>
            </a:r>
            <a:pPr indent="0" marL="0">
              <a:buNone/>
            </a:pPr>
            <a:r>
              <a:rPr lang="en-US" sz="950" dirty="0">
                <a:solidFill>
                  <a:srgbClr val="8A9A9D"/>
                </a:solidFill>
                <a:latin typeface="Geist Medium" pitchFamily="34" charset="0"/>
                <a:ea typeface="Geist Medium" pitchFamily="34" charset="-122"/>
                <a:cs typeface="Geist Medium" pitchFamily="34" charset="-120"/>
              </a:rPr>
              <a:t>     3  Germany  </a:t>
            </a:r>
            <a:pPr indent="0" marL="0">
              <a:buNone/>
            </a:pPr>
            <a:r>
              <a:rPr lang="en-US" sz="950" u="sng" dirty="0">
                <a:solidFill>
                  <a:srgbClr val="8A9A9D"/>
                </a:solidFill>
                <a:latin typeface="Geist" pitchFamily="34" charset="0"/>
                <a:ea typeface="Geist" pitchFamily="34" charset="-122"/>
                <a:cs typeface="Geist" pitchFamily="34" charset="-120"/>
                <a:hlinkClick r:id="rId4" invalidUrl="" action="" tgtFrame="" tooltip="" history="1" highlightClick="0" endSnd="0">
                  <a:extLst>
                    <a:ext uri="{A12FA001-AC4F-418D-AE19-62706E023703}">
                      <ahyp:hlinkClr xmlns:ahyp="http://schemas.microsoft.com/office/drawing/2018/hyperlinkcolor" val="tx"/>
                    </a:ext>
                  </a:extLst>
                </a:hlinkClick>
              </a:rPr>
              <a:t>bsi.bund.de</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5" invalidUrl="" action="" tgtFrame="" tooltip="" history="1" highlightClick="0" endSnd="0">
                  <a:extLst>
                    <a:ext uri="{A12FA001-AC4F-418D-AE19-62706E023703}">
                      <ahyp:hlinkClr xmlns:ahyp="http://schemas.microsoft.com/office/drawing/2018/hyperlinkcolor" val="tx"/>
                    </a:ext>
                  </a:extLst>
                </a:hlinkClick>
              </a:rPr>
              <a:t>bundesgerichtshof.de</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gesetze-im-internet.de</a:t>
            </a:r>
            <a:pPr indent="0" marL="0">
              <a:buNone/>
            </a:pPr>
            <a:r>
              <a:rPr lang="en-US" sz="950" dirty="0">
                <a:solidFill>
                  <a:srgbClr val="8A9A9D"/>
                </a:solidFill>
                <a:latin typeface="Geist" pitchFamily="34" charset="0"/>
                <a:ea typeface="Geist" pitchFamily="34" charset="-122"/>
                <a:cs typeface="Geist" pitchFamily="34" charset="-120"/>
              </a:rPr>
              <a:t>  </a:t>
            </a:r>
            <a:pPr indent="0" marL="0">
              <a:buNone/>
            </a:pPr>
            <a:r>
              <a:rPr lang="en-US" sz="950" u="sng" dirty="0">
                <a:solidFill>
                  <a:srgbClr val="8A9A9D"/>
                </a:solidFill>
                <a:latin typeface="Geist" pitchFamily="34" charset="0"/>
                <a:ea typeface="Geist" pitchFamily="34" charset="-122"/>
                <a:cs typeface="Geist" pitchFamily="34" charset="-120"/>
                <a:hlinkClick r:id="rId7" invalidUrl="" action="" tgtFrame="" tooltip="" history="1" highlightClick="0" endSnd="0">
                  <a:extLst>
                    <a:ext uri="{A12FA001-AC4F-418D-AE19-62706E023703}">
                      <ahyp:hlinkClr xmlns:ahyp="http://schemas.microsoft.com/office/drawing/2018/hyperlinkcolor" val="tx"/>
                    </a:ext>
                  </a:extLst>
                </a:hlinkClick>
              </a:rPr>
              <a:t>ec.europa.eu/eurostat</a:t>
            </a:r>
            <a:endParaRPr lang="en-US" sz="950" dirty="0"/>
          </a:p>
        </p:txBody>
      </p:sp>
    </p:spTree>
  </p:cSld>
  <p:clrMapOvr>
    <a:masterClrMapping/>
  </p:clrMapOvr>
</p:sld>
</file>

<file path=ppt/theme/theme1.xml><?xml version="1.0" encoding="utf-8"?>
<a:theme xmlns:a="http://schemas.openxmlformats.org/drawingml/2006/main" name="Regulift">
  <a:themeElements>
    <a:clrScheme name="Regulift">
      <a:dk1>
        <a:srgbClr val="1C2B2F"/>
      </a:dk1>
      <a:lt1>
        <a:srgbClr val="F6F4EE"/>
      </a:lt1>
      <a:dk2>
        <a:srgbClr val="55676B"/>
      </a:dk2>
      <a:lt2>
        <a:srgbClr val="E7EDEC"/>
      </a:lt2>
      <a:accent1>
        <a:srgbClr val="3E6670"/>
      </a:accent1>
      <a:accent2>
        <a:srgbClr val="8A9A9D"/>
      </a:accent2>
      <a:accent3>
        <a:srgbClr val="E3E0D7"/>
      </a:accent3>
      <a:accent4>
        <a:srgbClr val="CFD6D3"/>
      </a:accent4>
      <a:accent5>
        <a:srgbClr val="FCFBF8"/>
      </a:accent5>
      <a:accent6>
        <a:srgbClr val="3E6670"/>
      </a:accent6>
      <a:hlink>
        <a:srgbClr val="3E6670"/>
      </a:hlink>
      <a:folHlink>
        <a:srgbClr val="55676B"/>
      </a:folHlink>
    </a:clrScheme>
    <a:fontScheme name="Regulift">
      <a:majorFont>
        <a:latin typeface="Geis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i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Regulift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Regulift. Market analysis.</dc:title>
  <dc:subject>PptxGenJS Presentation</dc:subject>
  <dc:creator>Simone Mattioli, Andreas Herzinger</dc:creator>
  <cp:lastModifiedBy>Simone Mattioli, Andreas Herzinger</cp:lastModifiedBy>
  <cp:revision>1</cp:revision>
  <dcterms:created xsi:type="dcterms:W3CDTF">2026-10-18T15:01:00Z</dcterms:created>
  <dcterms:modified xsi:type="dcterms:W3CDTF">2026-10-18T15:01:00Z</dcterms:modified>
</cp:coreProperties>
</file>