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 Bold" charset="1" panose="00000800000000000000"/>
      <p:regular r:id="rId13"/>
    </p:embeddedFont>
    <p:embeddedFont>
      <p:font typeface="Poppins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6.xml" Type="http://schemas.openxmlformats.org/officeDocument/2006/relationships/slide"/><Relationship Id="rId11" Target="../media/image6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slide1.xml" Type="http://schemas.openxmlformats.org/officeDocument/2006/relationships/slide"/><Relationship Id="rId8" Target="slide3.xml" Type="http://schemas.openxmlformats.org/officeDocument/2006/relationships/slide"/><Relationship Id="rId9" Target="slide7.xml" Type="http://schemas.openxmlformats.org/officeDocument/2006/relationships/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jpeg" Type="http://schemas.openxmlformats.org/officeDocument/2006/relationships/image"/><Relationship Id="rId11" Target="../media/image6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slide1.xml" Type="http://schemas.openxmlformats.org/officeDocument/2006/relationships/slide"/><Relationship Id="rId7" Target="slide3.xml" Type="http://schemas.openxmlformats.org/officeDocument/2006/relationships/slide"/><Relationship Id="rId8" Target="slide7.xml" Type="http://schemas.openxmlformats.org/officeDocument/2006/relationships/slide"/><Relationship Id="rId9" Target="slide6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jpeg" Type="http://schemas.openxmlformats.org/officeDocument/2006/relationships/image"/><Relationship Id="rId11" Target="../media/image8.png" Type="http://schemas.openxmlformats.org/officeDocument/2006/relationships/image"/><Relationship Id="rId12" Target="../media/image6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slide1.xml" Type="http://schemas.openxmlformats.org/officeDocument/2006/relationships/slide"/><Relationship Id="rId7" Target="slide3.xml" Type="http://schemas.openxmlformats.org/officeDocument/2006/relationships/slide"/><Relationship Id="rId8" Target="slide7.xml" Type="http://schemas.openxmlformats.org/officeDocument/2006/relationships/slide"/><Relationship Id="rId9" Target="slide6.xml" Type="http://schemas.openxmlformats.org/officeDocument/2006/relationships/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jpeg" Type="http://schemas.openxmlformats.org/officeDocument/2006/relationships/image"/><Relationship Id="rId11" Target="../media/image6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slide1.xml" Type="http://schemas.openxmlformats.org/officeDocument/2006/relationships/slide"/><Relationship Id="rId7" Target="slide3.xml" Type="http://schemas.openxmlformats.org/officeDocument/2006/relationships/slide"/><Relationship Id="rId8" Target="slide7.xml" Type="http://schemas.openxmlformats.org/officeDocument/2006/relationships/slide"/><Relationship Id="rId9" Target="slide6.xml" Type="http://schemas.openxmlformats.org/officeDocument/2006/relationships/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jpeg" Type="http://schemas.openxmlformats.org/officeDocument/2006/relationships/image"/><Relationship Id="rId11" Target="../media/image6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slide1.xml" Type="http://schemas.openxmlformats.org/officeDocument/2006/relationships/slide"/><Relationship Id="rId7" Target="slide3.xml" Type="http://schemas.openxmlformats.org/officeDocument/2006/relationships/slide"/><Relationship Id="rId8" Target="slide7.xml" Type="http://schemas.openxmlformats.org/officeDocument/2006/relationships/slide"/><Relationship Id="rId9" Target="slide6.xml" Type="http://schemas.openxmlformats.org/officeDocument/2006/relationships/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3.xml" Type="http://schemas.openxmlformats.org/officeDocument/2006/relationships/slide"/><Relationship Id="rId11" Target="slide7.xml" Type="http://schemas.openxmlformats.org/officeDocument/2006/relationships/slide"/><Relationship Id="rId12" Target="slide6.xml" Type="http://schemas.openxmlformats.org/officeDocument/2006/relationships/slide"/><Relationship Id="rId13" Target="https://simo-hue.github.io/regulift/" TargetMode="External" Type="http://schemas.openxmlformats.org/officeDocument/2006/relationships/hyperlink"/><Relationship Id="rId14" Target="../media/image11.png" Type="http://schemas.openxmlformats.org/officeDocument/2006/relationships/image"/><Relationship Id="rId15" Target="../media/image6.png" Type="http://schemas.openxmlformats.org/officeDocument/2006/relationships/image"/><Relationship Id="rId2" Target="../media/image9.png" Type="http://schemas.openxmlformats.org/officeDocument/2006/relationships/image"/><Relationship Id="rId3" Target="../media/image7.jpeg" Type="http://schemas.openxmlformats.org/officeDocument/2006/relationships/image"/><Relationship Id="rId4" Target="../media/image10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slide1.xml" Type="http://schemas.openxmlformats.org/officeDocument/2006/relationships/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6.xml" Type="http://schemas.openxmlformats.org/officeDocument/2006/relationships/slide"/><Relationship Id="rId11" Target="../media/image6.png" Type="http://schemas.openxmlformats.org/officeDocument/2006/relationships/image"/><Relationship Id="rId2" Target="../media/image12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slide1.xml" Type="http://schemas.openxmlformats.org/officeDocument/2006/relationships/slide"/><Relationship Id="rId8" Target="slide3.xml" Type="http://schemas.openxmlformats.org/officeDocument/2006/relationships/slide"/><Relationship Id="rId9" Target="slide7.xml" Type="http://schemas.openxmlformats.org/officeDocument/2006/relationships/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124307" y="2510150"/>
            <a:ext cx="20536614" cy="3397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58"/>
              </a:lnSpc>
            </a:pPr>
            <a:r>
              <a:rPr lang="en-US" b="true" sz="28976" spc="-2318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REGULIFT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371188" y="4483687"/>
            <a:ext cx="12962420" cy="5930313"/>
            <a:chOff x="0" y="0"/>
            <a:chExt cx="17283227" cy="79070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283176" cy="7907020"/>
            </a:xfrm>
            <a:custGeom>
              <a:avLst/>
              <a:gdLst/>
              <a:ahLst/>
              <a:cxnLst/>
              <a:rect r="r" b="b" t="t" l="l"/>
              <a:pathLst>
                <a:path h="7907020" w="17283176">
                  <a:moveTo>
                    <a:pt x="0" y="0"/>
                  </a:moveTo>
                  <a:lnTo>
                    <a:pt x="17283176" y="0"/>
                  </a:lnTo>
                  <a:lnTo>
                    <a:pt x="17283176" y="7907020"/>
                  </a:lnTo>
                  <a:lnTo>
                    <a:pt x="0" y="79070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0" r="0" b="-61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4027427" y="954576"/>
            <a:ext cx="10233146" cy="693858"/>
          </a:xfrm>
          <a:custGeom>
            <a:avLst/>
            <a:gdLst/>
            <a:ahLst/>
            <a:cxnLst/>
            <a:rect r="r" b="b" t="t" l="l"/>
            <a:pathLst>
              <a:path h="693858" w="10233146">
                <a:moveTo>
                  <a:pt x="0" y="0"/>
                </a:moveTo>
                <a:lnTo>
                  <a:pt x="10233146" y="0"/>
                </a:lnTo>
                <a:lnTo>
                  <a:pt x="10233146" y="693859"/>
                </a:lnTo>
                <a:lnTo>
                  <a:pt x="0" y="6938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00894" y="1190730"/>
            <a:ext cx="384600" cy="384600"/>
          </a:xfrm>
          <a:custGeom>
            <a:avLst/>
            <a:gdLst/>
            <a:ahLst/>
            <a:cxnLst/>
            <a:rect r="r" b="b" t="t" l="l"/>
            <a:pathLst>
              <a:path h="384600" w="384600">
                <a:moveTo>
                  <a:pt x="0" y="0"/>
                </a:moveTo>
                <a:lnTo>
                  <a:pt x="384600" y="0"/>
                </a:lnTo>
                <a:lnTo>
                  <a:pt x="384600" y="384600"/>
                </a:lnTo>
                <a:lnTo>
                  <a:pt x="0" y="384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45644" y="1148715"/>
            <a:ext cx="2067239" cy="36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7"/>
              </a:lnSpc>
            </a:pPr>
            <a:r>
              <a:rPr lang="en-US" sz="1797" b="true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Regulift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589520" y="1190730"/>
            <a:ext cx="1513332" cy="384962"/>
            <a:chOff x="0" y="0"/>
            <a:chExt cx="2017776" cy="513283"/>
          </a:xfrm>
        </p:grpSpPr>
        <p:sp>
          <p:nvSpPr>
            <p:cNvPr name="Freeform 9" id="9">
              <a:hlinkClick r:id="rId7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FAFAFA"/>
                  </a:solidFill>
                  <a:latin typeface="Poppins"/>
                  <a:ea typeface="Poppins"/>
                  <a:cs typeface="Poppins"/>
                  <a:sym typeface="Poppins"/>
                </a:rPr>
                <a:t>About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12580" y="1190730"/>
            <a:ext cx="1513332" cy="384962"/>
            <a:chOff x="0" y="0"/>
            <a:chExt cx="2017776" cy="513283"/>
          </a:xfrm>
        </p:grpSpPr>
        <p:sp>
          <p:nvSpPr>
            <p:cNvPr name="Freeform 12" id="12">
              <a:hlinkClick r:id="rId8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Service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35640" y="1190730"/>
            <a:ext cx="1513332" cy="384962"/>
            <a:chOff x="0" y="0"/>
            <a:chExt cx="2017776" cy="513283"/>
          </a:xfrm>
        </p:grpSpPr>
        <p:sp>
          <p:nvSpPr>
            <p:cNvPr name="Freeform 15" id="15">
              <a:hlinkClick r:id="rId9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Team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458700" y="1190730"/>
            <a:ext cx="1513332" cy="384962"/>
            <a:chOff x="0" y="0"/>
            <a:chExt cx="2017776" cy="513283"/>
          </a:xfrm>
        </p:grpSpPr>
        <p:sp>
          <p:nvSpPr>
            <p:cNvPr name="Freeform 18" id="18">
              <a:hlinkClick r:id="rId10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Conclusion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879824" y="9619488"/>
            <a:ext cx="1042416" cy="347472"/>
            <a:chOff x="0" y="0"/>
            <a:chExt cx="1389888" cy="4632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89888" cy="463296"/>
            </a:xfrm>
            <a:custGeom>
              <a:avLst/>
              <a:gdLst/>
              <a:ahLst/>
              <a:cxnLst/>
              <a:rect r="r" b="b" t="t" l="l"/>
              <a:pathLst>
                <a:path h="463296" w="1389888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1283335" y="0"/>
                  </a:lnTo>
                  <a:cubicBezTo>
                    <a:pt x="1342136" y="0"/>
                    <a:pt x="1389888" y="47752"/>
                    <a:pt x="1389888" y="106553"/>
                  </a:cubicBezTo>
                  <a:lnTo>
                    <a:pt x="1389888" y="356743"/>
                  </a:lnTo>
                  <a:cubicBezTo>
                    <a:pt x="1389888" y="415544"/>
                    <a:pt x="1342136" y="463296"/>
                    <a:pt x="1283335" y="463296"/>
                  </a:cubicBezTo>
                  <a:lnTo>
                    <a:pt x="106553" y="463296"/>
                  </a:lnTo>
                  <a:cubicBezTo>
                    <a:pt x="47752" y="463296"/>
                    <a:pt x="0" y="415544"/>
                    <a:pt x="0" y="356743"/>
                  </a:cubicBezTo>
                  <a:close/>
                </a:path>
              </a:pathLst>
            </a:custGeom>
            <a:solidFill>
              <a:srgbClr val="1D202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389888" cy="472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BFBFB"/>
                  </a:solidFill>
                  <a:latin typeface="Poppins"/>
                  <a:ea typeface="Poppins"/>
                  <a:cs typeface="Poppins"/>
                  <a:sym typeface="Poppins"/>
                </a:rPr>
                <a:t>Page 01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158586" y="1272016"/>
            <a:ext cx="269215" cy="222028"/>
            <a:chOff x="0" y="0"/>
            <a:chExt cx="358953" cy="296037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358902" cy="296037"/>
            </a:xfrm>
            <a:custGeom>
              <a:avLst/>
              <a:gdLst/>
              <a:ahLst/>
              <a:cxnLst/>
              <a:rect r="r" b="b" t="t" l="l"/>
              <a:pathLst>
                <a:path h="296037" w="358902">
                  <a:moveTo>
                    <a:pt x="0" y="0"/>
                  </a:moveTo>
                  <a:lnTo>
                    <a:pt x="358902" y="0"/>
                  </a:lnTo>
                  <a:lnTo>
                    <a:pt x="358902" y="296037"/>
                  </a:lnTo>
                  <a:lnTo>
                    <a:pt x="0" y="296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4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27427" y="954576"/>
            <a:ext cx="10233146" cy="693858"/>
          </a:xfrm>
          <a:custGeom>
            <a:avLst/>
            <a:gdLst/>
            <a:ahLst/>
            <a:cxnLst/>
            <a:rect r="r" b="b" t="t" l="l"/>
            <a:pathLst>
              <a:path h="693858" w="10233146">
                <a:moveTo>
                  <a:pt x="0" y="0"/>
                </a:moveTo>
                <a:lnTo>
                  <a:pt x="10233146" y="0"/>
                </a:lnTo>
                <a:lnTo>
                  <a:pt x="10233146" y="693859"/>
                </a:lnTo>
                <a:lnTo>
                  <a:pt x="0" y="693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00894" y="1190730"/>
            <a:ext cx="384600" cy="384600"/>
          </a:xfrm>
          <a:custGeom>
            <a:avLst/>
            <a:gdLst/>
            <a:ahLst/>
            <a:cxnLst/>
            <a:rect r="r" b="b" t="t" l="l"/>
            <a:pathLst>
              <a:path h="384600" w="384600">
                <a:moveTo>
                  <a:pt x="0" y="0"/>
                </a:moveTo>
                <a:lnTo>
                  <a:pt x="384600" y="0"/>
                </a:lnTo>
                <a:lnTo>
                  <a:pt x="384600" y="384600"/>
                </a:lnTo>
                <a:lnTo>
                  <a:pt x="0" y="384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45644" y="1148715"/>
            <a:ext cx="2067239" cy="36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7"/>
              </a:lnSpc>
            </a:pPr>
            <a:r>
              <a:rPr lang="en-US" sz="1797" b="true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Regulift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89520" y="1190730"/>
            <a:ext cx="1513332" cy="384962"/>
            <a:chOff x="0" y="0"/>
            <a:chExt cx="2017776" cy="513283"/>
          </a:xfrm>
        </p:grpSpPr>
        <p:sp>
          <p:nvSpPr>
            <p:cNvPr name="Freeform 6" id="6">
              <a:hlinkClick r:id="rId6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FAFAFA"/>
                  </a:solidFill>
                  <a:latin typeface="Poppins"/>
                  <a:ea typeface="Poppins"/>
                  <a:cs typeface="Poppins"/>
                  <a:sym typeface="Poppins"/>
                </a:rPr>
                <a:t>About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12580" y="1190730"/>
            <a:ext cx="1513332" cy="384962"/>
            <a:chOff x="0" y="0"/>
            <a:chExt cx="2017776" cy="513283"/>
          </a:xfrm>
        </p:grpSpPr>
        <p:sp>
          <p:nvSpPr>
            <p:cNvPr name="Freeform 9" id="9">
              <a:hlinkClick r:id="rId7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Service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35640" y="1190730"/>
            <a:ext cx="1513332" cy="384962"/>
            <a:chOff x="0" y="0"/>
            <a:chExt cx="2017776" cy="513283"/>
          </a:xfrm>
        </p:grpSpPr>
        <p:sp>
          <p:nvSpPr>
            <p:cNvPr name="Freeform 12" id="12">
              <a:hlinkClick r:id="rId8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Team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58700" y="1190730"/>
            <a:ext cx="1513332" cy="384962"/>
            <a:chOff x="0" y="0"/>
            <a:chExt cx="2017776" cy="513283"/>
          </a:xfrm>
        </p:grpSpPr>
        <p:sp>
          <p:nvSpPr>
            <p:cNvPr name="Freeform 15" id="15">
              <a:hlinkClick r:id="rId9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Conclusion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879824" y="9619488"/>
            <a:ext cx="1042416" cy="347472"/>
            <a:chOff x="0" y="0"/>
            <a:chExt cx="1389888" cy="4632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89888" cy="463296"/>
            </a:xfrm>
            <a:custGeom>
              <a:avLst/>
              <a:gdLst/>
              <a:ahLst/>
              <a:cxnLst/>
              <a:rect r="r" b="b" t="t" l="l"/>
              <a:pathLst>
                <a:path h="463296" w="1389888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1283335" y="0"/>
                  </a:lnTo>
                  <a:cubicBezTo>
                    <a:pt x="1342136" y="0"/>
                    <a:pt x="1389888" y="47752"/>
                    <a:pt x="1389888" y="106553"/>
                  </a:cubicBezTo>
                  <a:lnTo>
                    <a:pt x="1389888" y="356743"/>
                  </a:lnTo>
                  <a:cubicBezTo>
                    <a:pt x="1389888" y="415544"/>
                    <a:pt x="1342136" y="463296"/>
                    <a:pt x="1283335" y="463296"/>
                  </a:cubicBezTo>
                  <a:lnTo>
                    <a:pt x="106553" y="463296"/>
                  </a:lnTo>
                  <a:cubicBezTo>
                    <a:pt x="47752" y="463296"/>
                    <a:pt x="0" y="415544"/>
                    <a:pt x="0" y="356743"/>
                  </a:cubicBezTo>
                  <a:close/>
                </a:path>
              </a:pathLst>
            </a:custGeom>
            <a:solidFill>
              <a:srgbClr val="1D202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389888" cy="472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BFBFB"/>
                  </a:solidFill>
                  <a:latin typeface="Poppins"/>
                  <a:ea typeface="Poppins"/>
                  <a:cs typeface="Poppins"/>
                  <a:sym typeface="Poppins"/>
                </a:rPr>
                <a:t>Page 02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69848" y="1993392"/>
            <a:ext cx="7132320" cy="347472"/>
            <a:chOff x="0" y="0"/>
            <a:chExt cx="9509760" cy="4632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509760" cy="463296"/>
            </a:xfrm>
            <a:custGeom>
              <a:avLst/>
              <a:gdLst/>
              <a:ahLst/>
              <a:cxnLst/>
              <a:rect r="r" b="b" t="t" l="l"/>
              <a:pathLst>
                <a:path h="463296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49956" r="0" b="-34995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9509760" cy="4728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6"/>
                </a:lnSpc>
              </a:pPr>
              <a:r>
                <a:rPr lang="en-US" sz="1730" b="true">
                  <a:solidFill>
                    <a:srgbClr val="49707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MARKET PAIN POINTS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42416" y="2496312"/>
            <a:ext cx="10067544" cy="868680"/>
            <a:chOff x="0" y="0"/>
            <a:chExt cx="13423392" cy="1158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23392" cy="1158240"/>
            </a:xfrm>
            <a:custGeom>
              <a:avLst/>
              <a:gdLst/>
              <a:ahLst/>
              <a:cxnLst/>
              <a:rect r="r" b="b" t="t" l="l"/>
              <a:pathLst>
                <a:path h="1158240" w="13423392">
                  <a:moveTo>
                    <a:pt x="0" y="0"/>
                  </a:moveTo>
                  <a:lnTo>
                    <a:pt x="13423392" y="0"/>
                  </a:lnTo>
                  <a:lnTo>
                    <a:pt x="13423392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75821" r="0" b="-17582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3423392" cy="120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60"/>
                </a:lnSpc>
              </a:pPr>
              <a:r>
                <a:rPr lang="en-US" sz="5300" b="true">
                  <a:solidFill>
                    <a:srgbClr val="1717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COMPLIANCE IS STILL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149840" y="2496312"/>
            <a:ext cx="6949440" cy="868680"/>
            <a:chOff x="0" y="0"/>
            <a:chExt cx="9265920" cy="1158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65920" cy="1158240"/>
            </a:xfrm>
            <a:custGeom>
              <a:avLst/>
              <a:gdLst/>
              <a:ahLst/>
              <a:cxnLst/>
              <a:rect r="r" b="b" t="t" l="l"/>
              <a:pathLst>
                <a:path h="11582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265920" cy="120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60"/>
                </a:lnSpc>
              </a:pPr>
              <a:r>
                <a:rPr lang="en-US" sz="5300" b="true">
                  <a:solidFill>
                    <a:srgbClr val="A95E5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GUESSWORK.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69848" y="3557016"/>
            <a:ext cx="16184880" cy="420624"/>
            <a:chOff x="0" y="0"/>
            <a:chExt cx="21579840" cy="5608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579839" cy="560832"/>
            </a:xfrm>
            <a:custGeom>
              <a:avLst/>
              <a:gdLst/>
              <a:ahLst/>
              <a:cxnLst/>
              <a:rect r="r" b="b" t="t" l="l"/>
              <a:pathLst>
                <a:path h="560832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699750" r="0" b="-69975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21579840" cy="5798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87075"/>
                  </a:solidFill>
                  <a:latin typeface="Poppins"/>
                  <a:ea typeface="Poppins"/>
                  <a:cs typeface="Poppins"/>
                  <a:sym typeface="Poppins"/>
                </a:rPr>
                <a:t>Companies pay to reconstruct facts that already exist in their systems.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3240">
            <a:off x="1071372" y="4055174"/>
            <a:ext cx="16200130" cy="0"/>
          </a:xfrm>
          <a:prstGeom prst="line">
            <a:avLst/>
          </a:prstGeom>
          <a:ln cap="rnd" w="9525">
            <a:solidFill>
              <a:srgbClr val="DFE6E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063180" y="5049964"/>
            <a:ext cx="5207127" cy="3579495"/>
            <a:chOff x="0" y="0"/>
            <a:chExt cx="6942836" cy="47726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942836" cy="4772660"/>
            </a:xfrm>
            <a:custGeom>
              <a:avLst/>
              <a:gdLst/>
              <a:ahLst/>
              <a:cxnLst/>
              <a:rect r="r" b="b" t="t" l="l"/>
              <a:pathLst>
                <a:path h="4772660" w="6942836">
                  <a:moveTo>
                    <a:pt x="0" y="715899"/>
                  </a:moveTo>
                  <a:cubicBezTo>
                    <a:pt x="0" y="320548"/>
                    <a:pt x="320548" y="0"/>
                    <a:pt x="715899" y="0"/>
                  </a:cubicBezTo>
                  <a:lnTo>
                    <a:pt x="6226937" y="0"/>
                  </a:lnTo>
                  <a:cubicBezTo>
                    <a:pt x="6622288" y="0"/>
                    <a:pt x="6942836" y="320548"/>
                    <a:pt x="6942836" y="715899"/>
                  </a:cubicBezTo>
                  <a:lnTo>
                    <a:pt x="6942836" y="4056761"/>
                  </a:lnTo>
                  <a:cubicBezTo>
                    <a:pt x="6942836" y="4452112"/>
                    <a:pt x="6622288" y="4772660"/>
                    <a:pt x="6226937" y="4772660"/>
                  </a:cubicBezTo>
                  <a:lnTo>
                    <a:pt x="715899" y="4772660"/>
                  </a:lnTo>
                  <a:cubicBezTo>
                    <a:pt x="320548" y="4772660"/>
                    <a:pt x="0" y="4452112"/>
                    <a:pt x="0" y="405676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6E7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081735" y="5068519"/>
            <a:ext cx="5170018" cy="1490472"/>
            <a:chOff x="0" y="0"/>
            <a:chExt cx="6893357" cy="19872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93306" cy="1987169"/>
            </a:xfrm>
            <a:custGeom>
              <a:avLst/>
              <a:gdLst/>
              <a:ahLst/>
              <a:cxnLst/>
              <a:rect r="r" b="b" t="t" l="l"/>
              <a:pathLst>
                <a:path h="1987169" w="6893306">
                  <a:moveTo>
                    <a:pt x="0" y="715391"/>
                  </a:moveTo>
                  <a:cubicBezTo>
                    <a:pt x="0" y="320294"/>
                    <a:pt x="320294" y="0"/>
                    <a:pt x="715391" y="0"/>
                  </a:cubicBezTo>
                  <a:lnTo>
                    <a:pt x="6177915" y="0"/>
                  </a:lnTo>
                  <a:cubicBezTo>
                    <a:pt x="6573012" y="0"/>
                    <a:pt x="6893306" y="320294"/>
                    <a:pt x="6893306" y="715391"/>
                  </a:cubicBezTo>
                  <a:lnTo>
                    <a:pt x="6893306" y="1271778"/>
                  </a:lnTo>
                  <a:cubicBezTo>
                    <a:pt x="6893306" y="1666875"/>
                    <a:pt x="6573012" y="1987169"/>
                    <a:pt x="6177915" y="1987169"/>
                  </a:cubicBezTo>
                  <a:lnTo>
                    <a:pt x="715391" y="1987169"/>
                  </a:lnTo>
                  <a:cubicBezTo>
                    <a:pt x="320294" y="1987296"/>
                    <a:pt x="0" y="1667002"/>
                    <a:pt x="0" y="1271905"/>
                  </a:cubicBezTo>
                  <a:close/>
                </a:path>
              </a:pathLst>
            </a:custGeom>
            <a:solidFill>
              <a:srgbClr val="F6EDE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81735" y="6099048"/>
            <a:ext cx="5170018" cy="475488"/>
            <a:chOff x="0" y="0"/>
            <a:chExt cx="6893357" cy="6339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93306" cy="633984"/>
            </a:xfrm>
            <a:custGeom>
              <a:avLst/>
              <a:gdLst/>
              <a:ahLst/>
              <a:cxnLst/>
              <a:rect r="r" b="b" t="t" l="l"/>
              <a:pathLst>
                <a:path h="633984" w="6893306">
                  <a:moveTo>
                    <a:pt x="0" y="0"/>
                  </a:moveTo>
                  <a:lnTo>
                    <a:pt x="6893306" y="0"/>
                  </a:lnTo>
                  <a:lnTo>
                    <a:pt x="6893306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F6EDEA"/>
            </a:solidFill>
          </p:spPr>
        </p:sp>
      </p:grpSp>
      <p:sp>
        <p:nvSpPr>
          <p:cNvPr name="AutoShape 39" id="39"/>
          <p:cNvSpPr/>
          <p:nvPr/>
        </p:nvSpPr>
        <p:spPr>
          <a:xfrm rot="6780">
            <a:off x="1092194" y="6569774"/>
            <a:ext cx="5149101" cy="0"/>
          </a:xfrm>
          <a:prstGeom prst="line">
            <a:avLst/>
          </a:prstGeom>
          <a:ln cap="rnd" w="9525">
            <a:solidFill>
              <a:srgbClr val="DFE8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399032" y="5330952"/>
            <a:ext cx="1051560" cy="1051560"/>
            <a:chOff x="0" y="0"/>
            <a:chExt cx="1402080" cy="1402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02080" cy="1402080"/>
            </a:xfrm>
            <a:custGeom>
              <a:avLst/>
              <a:gdLst/>
              <a:ahLst/>
              <a:cxnLst/>
              <a:rect r="r" b="b" t="t" l="l"/>
              <a:pathLst>
                <a:path h="1402080" w="1402080">
                  <a:moveTo>
                    <a:pt x="0" y="701040"/>
                  </a:moveTo>
                  <a:cubicBezTo>
                    <a:pt x="0" y="313817"/>
                    <a:pt x="313817" y="0"/>
                    <a:pt x="701040" y="0"/>
                  </a:cubicBezTo>
                  <a:cubicBezTo>
                    <a:pt x="1088263" y="0"/>
                    <a:pt x="1402080" y="313817"/>
                    <a:pt x="1402080" y="701040"/>
                  </a:cubicBezTo>
                  <a:cubicBezTo>
                    <a:pt x="1402080" y="1088263"/>
                    <a:pt x="1088263" y="1402080"/>
                    <a:pt x="701040" y="1402080"/>
                  </a:cubicBezTo>
                  <a:cubicBezTo>
                    <a:pt x="313817" y="1402080"/>
                    <a:pt x="0" y="1088263"/>
                    <a:pt x="0" y="701040"/>
                  </a:cubicBezTo>
                  <a:close/>
                </a:path>
              </a:pathLst>
            </a:custGeom>
            <a:solidFill>
              <a:srgbClr val="A95E53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596647" y="5473703"/>
            <a:ext cx="601475" cy="702059"/>
            <a:chOff x="0" y="0"/>
            <a:chExt cx="801967" cy="93607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01878" cy="935990"/>
            </a:xfrm>
            <a:custGeom>
              <a:avLst/>
              <a:gdLst/>
              <a:ahLst/>
              <a:cxnLst/>
              <a:rect r="r" b="b" t="t" l="l"/>
              <a:pathLst>
                <a:path h="935990" w="801878">
                  <a:moveTo>
                    <a:pt x="0" y="120269"/>
                  </a:moveTo>
                  <a:cubicBezTo>
                    <a:pt x="0" y="53848"/>
                    <a:pt x="53848" y="0"/>
                    <a:pt x="120269" y="0"/>
                  </a:cubicBezTo>
                  <a:lnTo>
                    <a:pt x="681609" y="0"/>
                  </a:lnTo>
                  <a:cubicBezTo>
                    <a:pt x="748030" y="0"/>
                    <a:pt x="801878" y="53848"/>
                    <a:pt x="801878" y="120269"/>
                  </a:cubicBezTo>
                  <a:lnTo>
                    <a:pt x="801878" y="815721"/>
                  </a:lnTo>
                  <a:cubicBezTo>
                    <a:pt x="801878" y="882142"/>
                    <a:pt x="748030" y="935990"/>
                    <a:pt x="681609" y="935990"/>
                  </a:cubicBezTo>
                  <a:lnTo>
                    <a:pt x="120269" y="935990"/>
                  </a:lnTo>
                  <a:cubicBezTo>
                    <a:pt x="53848" y="936117"/>
                    <a:pt x="0" y="882269"/>
                    <a:pt x="0" y="815721"/>
                  </a:cubicBezTo>
                  <a:close/>
                </a:path>
              </a:pathLst>
            </a:custGeom>
            <a:solidFill>
              <a:srgbClr val="A95E53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683067" y="5669852"/>
            <a:ext cx="67437" cy="67437"/>
            <a:chOff x="0" y="0"/>
            <a:chExt cx="89916" cy="899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9916" cy="89916"/>
            </a:xfrm>
            <a:custGeom>
              <a:avLst/>
              <a:gdLst/>
              <a:ahLst/>
              <a:cxnLst/>
              <a:rect r="r" b="b" t="t" l="l"/>
              <a:pathLst>
                <a:path h="89916" w="89916">
                  <a:moveTo>
                    <a:pt x="0" y="44958"/>
                  </a:moveTo>
                  <a:cubicBezTo>
                    <a:pt x="0" y="20066"/>
                    <a:pt x="20066" y="0"/>
                    <a:pt x="44958" y="0"/>
                  </a:cubicBezTo>
                  <a:cubicBezTo>
                    <a:pt x="69850" y="0"/>
                    <a:pt x="89916" y="20066"/>
                    <a:pt x="89916" y="44958"/>
                  </a:cubicBezTo>
                  <a:cubicBezTo>
                    <a:pt x="89916" y="69850"/>
                    <a:pt x="69850" y="89916"/>
                    <a:pt x="44958" y="89916"/>
                  </a:cubicBezTo>
                  <a:cubicBezTo>
                    <a:pt x="20066" y="89916"/>
                    <a:pt x="0" y="69850"/>
                    <a:pt x="0" y="44958"/>
                  </a:cubicBez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78303" t="0" r="-78303" b="0"/>
              </a:stretch>
            </a:blipFill>
            <a:ln w="1714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AutoShape 46" id="46"/>
          <p:cNvSpPr/>
          <p:nvPr/>
        </p:nvSpPr>
        <p:spPr>
          <a:xfrm rot="222900">
            <a:off x="1801330" y="5698350"/>
            <a:ext cx="274387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683067" y="5816156"/>
            <a:ext cx="67437" cy="67437"/>
            <a:chOff x="0" y="0"/>
            <a:chExt cx="89916" cy="8991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9916" cy="89916"/>
            </a:xfrm>
            <a:custGeom>
              <a:avLst/>
              <a:gdLst/>
              <a:ahLst/>
              <a:cxnLst/>
              <a:rect r="r" b="b" t="t" l="l"/>
              <a:pathLst>
                <a:path h="89916" w="89916">
                  <a:moveTo>
                    <a:pt x="0" y="44958"/>
                  </a:moveTo>
                  <a:cubicBezTo>
                    <a:pt x="0" y="20066"/>
                    <a:pt x="20066" y="0"/>
                    <a:pt x="44958" y="0"/>
                  </a:cubicBezTo>
                  <a:cubicBezTo>
                    <a:pt x="69850" y="0"/>
                    <a:pt x="89916" y="20066"/>
                    <a:pt x="89916" y="44958"/>
                  </a:cubicBezTo>
                  <a:cubicBezTo>
                    <a:pt x="89916" y="69850"/>
                    <a:pt x="69850" y="89916"/>
                    <a:pt x="44958" y="89916"/>
                  </a:cubicBezTo>
                  <a:cubicBezTo>
                    <a:pt x="20066" y="89916"/>
                    <a:pt x="0" y="69850"/>
                    <a:pt x="0" y="44958"/>
                  </a:cubicBez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78303" t="0" r="-78303" b="0"/>
              </a:stretch>
            </a:blipFill>
            <a:ln w="1714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AutoShape 49" id="49"/>
          <p:cNvSpPr/>
          <p:nvPr/>
        </p:nvSpPr>
        <p:spPr>
          <a:xfrm rot="222900">
            <a:off x="1801330" y="5844654"/>
            <a:ext cx="274387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0" id="50"/>
          <p:cNvGrpSpPr/>
          <p:nvPr/>
        </p:nvGrpSpPr>
        <p:grpSpPr>
          <a:xfrm rot="0">
            <a:off x="1683067" y="5962460"/>
            <a:ext cx="67437" cy="67437"/>
            <a:chOff x="0" y="0"/>
            <a:chExt cx="89916" cy="899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9916" cy="89916"/>
            </a:xfrm>
            <a:custGeom>
              <a:avLst/>
              <a:gdLst/>
              <a:ahLst/>
              <a:cxnLst/>
              <a:rect r="r" b="b" t="t" l="l"/>
              <a:pathLst>
                <a:path h="89916" w="89916">
                  <a:moveTo>
                    <a:pt x="0" y="44958"/>
                  </a:moveTo>
                  <a:cubicBezTo>
                    <a:pt x="0" y="20066"/>
                    <a:pt x="20066" y="0"/>
                    <a:pt x="44958" y="0"/>
                  </a:cubicBezTo>
                  <a:cubicBezTo>
                    <a:pt x="69850" y="0"/>
                    <a:pt x="89916" y="20066"/>
                    <a:pt x="89916" y="44958"/>
                  </a:cubicBezTo>
                  <a:cubicBezTo>
                    <a:pt x="89916" y="69850"/>
                    <a:pt x="69850" y="89916"/>
                    <a:pt x="44958" y="89916"/>
                  </a:cubicBezTo>
                  <a:cubicBezTo>
                    <a:pt x="20066" y="89916"/>
                    <a:pt x="0" y="69850"/>
                    <a:pt x="0" y="44958"/>
                  </a:cubicBez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78303" t="0" r="-78303" b="0"/>
              </a:stretch>
            </a:blipFill>
            <a:ln w="1714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AutoShape 52" id="52"/>
          <p:cNvSpPr/>
          <p:nvPr/>
        </p:nvSpPr>
        <p:spPr>
          <a:xfrm rot="222900">
            <a:off x="1801330" y="5990958"/>
            <a:ext cx="274387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4581144" y="5413248"/>
            <a:ext cx="1280160" cy="329184"/>
            <a:chOff x="0" y="0"/>
            <a:chExt cx="1706880" cy="43891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06880" cy="438912"/>
            </a:xfrm>
            <a:custGeom>
              <a:avLst/>
              <a:gdLst/>
              <a:ahLst/>
              <a:cxnLst/>
              <a:rect r="r" b="b" t="t" l="l"/>
              <a:pathLst>
                <a:path h="43891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170688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84"/>
                </a:lnSpc>
              </a:pPr>
              <a:r>
                <a:rPr lang="en-US" sz="1320" b="true">
                  <a:solidFill>
                    <a:srgbClr val="A95E5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PAIN 01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26464" y="7022592"/>
            <a:ext cx="4480560" cy="557784"/>
            <a:chOff x="0" y="0"/>
            <a:chExt cx="5974080" cy="74371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974079" cy="743712"/>
            </a:xfrm>
            <a:custGeom>
              <a:avLst/>
              <a:gdLst/>
              <a:ahLst/>
              <a:cxnLst/>
              <a:rect r="r" b="b" t="t" l="l"/>
              <a:pathLst>
                <a:path h="743712" w="5974079">
                  <a:moveTo>
                    <a:pt x="0" y="0"/>
                  </a:moveTo>
                  <a:lnTo>
                    <a:pt x="5974079" y="0"/>
                  </a:lnTo>
                  <a:lnTo>
                    <a:pt x="5974079" y="743712"/>
                  </a:lnTo>
                  <a:lnTo>
                    <a:pt x="0" y="74371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06519" r="0" b="-10651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5974080" cy="7722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87"/>
                </a:lnSpc>
              </a:pPr>
              <a:r>
                <a:rPr lang="en-US" sz="2739" b="true">
                  <a:solidFill>
                    <a:srgbClr val="1717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QUESTIONNAIRES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35608" y="7754112"/>
            <a:ext cx="4462272" cy="448056"/>
            <a:chOff x="0" y="0"/>
            <a:chExt cx="5949696" cy="59740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949696" cy="597408"/>
            </a:xfrm>
            <a:custGeom>
              <a:avLst/>
              <a:gdLst/>
              <a:ahLst/>
              <a:cxnLst/>
              <a:rect r="r" b="b" t="t" l="l"/>
              <a:pathLst>
                <a:path h="597408" w="5949696">
                  <a:moveTo>
                    <a:pt x="0" y="0"/>
                  </a:moveTo>
                  <a:lnTo>
                    <a:pt x="5949696" y="0"/>
                  </a:lnTo>
                  <a:lnTo>
                    <a:pt x="5949696" y="597408"/>
                  </a:lnTo>
                  <a:lnTo>
                    <a:pt x="0" y="59740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44055" r="0" b="-14405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5949696" cy="616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56636A"/>
                  </a:solidFill>
                  <a:latin typeface="Poppins"/>
                  <a:ea typeface="Poppins"/>
                  <a:cs typeface="Poppins"/>
                  <a:sym typeface="Poppins"/>
                </a:rPr>
                <a:t>Answers from memory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604444" y="5049964"/>
            <a:ext cx="5207127" cy="3579495"/>
            <a:chOff x="0" y="0"/>
            <a:chExt cx="6942836" cy="47726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942836" cy="4772660"/>
            </a:xfrm>
            <a:custGeom>
              <a:avLst/>
              <a:gdLst/>
              <a:ahLst/>
              <a:cxnLst/>
              <a:rect r="r" b="b" t="t" l="l"/>
              <a:pathLst>
                <a:path h="4772660" w="6942836">
                  <a:moveTo>
                    <a:pt x="0" y="715899"/>
                  </a:moveTo>
                  <a:cubicBezTo>
                    <a:pt x="0" y="320548"/>
                    <a:pt x="320548" y="0"/>
                    <a:pt x="715899" y="0"/>
                  </a:cubicBezTo>
                  <a:lnTo>
                    <a:pt x="6226937" y="0"/>
                  </a:lnTo>
                  <a:cubicBezTo>
                    <a:pt x="6622288" y="0"/>
                    <a:pt x="6942836" y="320548"/>
                    <a:pt x="6942836" y="715899"/>
                  </a:cubicBezTo>
                  <a:lnTo>
                    <a:pt x="6942836" y="4056761"/>
                  </a:lnTo>
                  <a:cubicBezTo>
                    <a:pt x="6942836" y="4452112"/>
                    <a:pt x="6622288" y="4772660"/>
                    <a:pt x="6226937" y="4772660"/>
                  </a:cubicBezTo>
                  <a:lnTo>
                    <a:pt x="715899" y="4772660"/>
                  </a:lnTo>
                  <a:cubicBezTo>
                    <a:pt x="320548" y="4772660"/>
                    <a:pt x="0" y="4452112"/>
                    <a:pt x="0" y="405676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6E7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6622999" y="5068519"/>
            <a:ext cx="5170018" cy="1490472"/>
            <a:chOff x="0" y="0"/>
            <a:chExt cx="6893357" cy="198729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893306" cy="1987169"/>
            </a:xfrm>
            <a:custGeom>
              <a:avLst/>
              <a:gdLst/>
              <a:ahLst/>
              <a:cxnLst/>
              <a:rect r="r" b="b" t="t" l="l"/>
              <a:pathLst>
                <a:path h="1987169" w="6893306">
                  <a:moveTo>
                    <a:pt x="0" y="715391"/>
                  </a:moveTo>
                  <a:cubicBezTo>
                    <a:pt x="0" y="320294"/>
                    <a:pt x="320294" y="0"/>
                    <a:pt x="715391" y="0"/>
                  </a:cubicBezTo>
                  <a:lnTo>
                    <a:pt x="6177915" y="0"/>
                  </a:lnTo>
                  <a:cubicBezTo>
                    <a:pt x="6573012" y="0"/>
                    <a:pt x="6893306" y="320294"/>
                    <a:pt x="6893306" y="715391"/>
                  </a:cubicBezTo>
                  <a:lnTo>
                    <a:pt x="6893306" y="1271778"/>
                  </a:lnTo>
                  <a:cubicBezTo>
                    <a:pt x="6893306" y="1666875"/>
                    <a:pt x="6573012" y="1987169"/>
                    <a:pt x="6177915" y="1987169"/>
                  </a:cubicBezTo>
                  <a:lnTo>
                    <a:pt x="715391" y="1987169"/>
                  </a:lnTo>
                  <a:cubicBezTo>
                    <a:pt x="320294" y="1987296"/>
                    <a:pt x="0" y="1667002"/>
                    <a:pt x="0" y="1271905"/>
                  </a:cubicBezTo>
                  <a:close/>
                </a:path>
              </a:pathLst>
            </a:custGeom>
            <a:solidFill>
              <a:srgbClr val="F6EDEA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6622999" y="6099048"/>
            <a:ext cx="5170018" cy="475488"/>
            <a:chOff x="0" y="0"/>
            <a:chExt cx="6893357" cy="63398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893306" cy="633984"/>
            </a:xfrm>
            <a:custGeom>
              <a:avLst/>
              <a:gdLst/>
              <a:ahLst/>
              <a:cxnLst/>
              <a:rect r="r" b="b" t="t" l="l"/>
              <a:pathLst>
                <a:path h="633984" w="6893306">
                  <a:moveTo>
                    <a:pt x="0" y="0"/>
                  </a:moveTo>
                  <a:lnTo>
                    <a:pt x="6893306" y="0"/>
                  </a:lnTo>
                  <a:lnTo>
                    <a:pt x="6893306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F6EDEA"/>
            </a:solidFill>
          </p:spPr>
        </p:sp>
      </p:grpSp>
      <p:sp>
        <p:nvSpPr>
          <p:cNvPr name="AutoShape 68" id="68"/>
          <p:cNvSpPr/>
          <p:nvPr/>
        </p:nvSpPr>
        <p:spPr>
          <a:xfrm rot="6780">
            <a:off x="6633458" y="6569774"/>
            <a:ext cx="5149101" cy="0"/>
          </a:xfrm>
          <a:prstGeom prst="line">
            <a:avLst/>
          </a:prstGeom>
          <a:ln cap="rnd" w="9525">
            <a:solidFill>
              <a:srgbClr val="DFE8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9" id="69"/>
          <p:cNvGrpSpPr/>
          <p:nvPr/>
        </p:nvGrpSpPr>
        <p:grpSpPr>
          <a:xfrm rot="0">
            <a:off x="6940296" y="5330952"/>
            <a:ext cx="1051560" cy="1051560"/>
            <a:chOff x="0" y="0"/>
            <a:chExt cx="1402080" cy="14020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402080" cy="1402080"/>
            </a:xfrm>
            <a:custGeom>
              <a:avLst/>
              <a:gdLst/>
              <a:ahLst/>
              <a:cxnLst/>
              <a:rect r="r" b="b" t="t" l="l"/>
              <a:pathLst>
                <a:path h="1402080" w="1402080">
                  <a:moveTo>
                    <a:pt x="0" y="701040"/>
                  </a:moveTo>
                  <a:cubicBezTo>
                    <a:pt x="0" y="313817"/>
                    <a:pt x="313817" y="0"/>
                    <a:pt x="701040" y="0"/>
                  </a:cubicBezTo>
                  <a:cubicBezTo>
                    <a:pt x="1088263" y="0"/>
                    <a:pt x="1402080" y="313817"/>
                    <a:pt x="1402080" y="701040"/>
                  </a:cubicBezTo>
                  <a:cubicBezTo>
                    <a:pt x="1402080" y="1088263"/>
                    <a:pt x="1088263" y="1402080"/>
                    <a:pt x="701040" y="1402080"/>
                  </a:cubicBezTo>
                  <a:cubicBezTo>
                    <a:pt x="313817" y="1402080"/>
                    <a:pt x="0" y="1088263"/>
                    <a:pt x="0" y="701040"/>
                  </a:cubicBezTo>
                  <a:close/>
                </a:path>
              </a:pathLst>
            </a:custGeom>
            <a:solidFill>
              <a:srgbClr val="A95E53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7128767" y="5473703"/>
            <a:ext cx="574043" cy="674627"/>
            <a:chOff x="0" y="0"/>
            <a:chExt cx="765391" cy="89950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65429" cy="899541"/>
            </a:xfrm>
            <a:custGeom>
              <a:avLst/>
              <a:gdLst/>
              <a:ahLst/>
              <a:cxnLst/>
              <a:rect r="r" b="b" t="t" l="l"/>
              <a:pathLst>
                <a:path h="899541" w="765429">
                  <a:moveTo>
                    <a:pt x="0" y="114808"/>
                  </a:moveTo>
                  <a:cubicBezTo>
                    <a:pt x="0" y="51435"/>
                    <a:pt x="51435" y="0"/>
                    <a:pt x="114808" y="0"/>
                  </a:cubicBezTo>
                  <a:lnTo>
                    <a:pt x="650621" y="0"/>
                  </a:lnTo>
                  <a:cubicBezTo>
                    <a:pt x="713994" y="0"/>
                    <a:pt x="765429" y="51435"/>
                    <a:pt x="765429" y="114808"/>
                  </a:cubicBezTo>
                  <a:lnTo>
                    <a:pt x="765429" y="784733"/>
                  </a:lnTo>
                  <a:cubicBezTo>
                    <a:pt x="765429" y="848106"/>
                    <a:pt x="713994" y="899541"/>
                    <a:pt x="650621" y="899541"/>
                  </a:cubicBezTo>
                  <a:lnTo>
                    <a:pt x="114808" y="899541"/>
                  </a:lnTo>
                  <a:cubicBezTo>
                    <a:pt x="51435" y="899541"/>
                    <a:pt x="0" y="848106"/>
                    <a:pt x="0" y="784733"/>
                  </a:cubicBezTo>
                  <a:close/>
                </a:path>
              </a:pathLst>
            </a:custGeom>
            <a:solidFill>
              <a:srgbClr val="A95E53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AutoShape 73" id="73"/>
          <p:cNvSpPr/>
          <p:nvPr/>
        </p:nvSpPr>
        <p:spPr>
          <a:xfrm rot="196680">
            <a:off x="7223760" y="5664518"/>
            <a:ext cx="310896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" id="74"/>
          <p:cNvSpPr/>
          <p:nvPr/>
        </p:nvSpPr>
        <p:spPr>
          <a:xfrm rot="247680">
            <a:off x="7223693" y="5765102"/>
            <a:ext cx="24702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5" id="75"/>
          <p:cNvGrpSpPr/>
          <p:nvPr/>
        </p:nvGrpSpPr>
        <p:grpSpPr>
          <a:xfrm rot="0">
            <a:off x="7356729" y="5802249"/>
            <a:ext cx="410718" cy="410718"/>
            <a:chOff x="0" y="0"/>
            <a:chExt cx="547624" cy="54762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47624" cy="547624"/>
            </a:xfrm>
            <a:custGeom>
              <a:avLst/>
              <a:gdLst/>
              <a:ahLst/>
              <a:cxnLst/>
              <a:rect r="r" b="b" t="t" l="l"/>
              <a:pathLst>
                <a:path h="547624" w="547624">
                  <a:moveTo>
                    <a:pt x="0" y="273812"/>
                  </a:moveTo>
                  <a:cubicBezTo>
                    <a:pt x="0" y="122555"/>
                    <a:pt x="122555" y="0"/>
                    <a:pt x="273812" y="0"/>
                  </a:cubicBezTo>
                  <a:cubicBezTo>
                    <a:pt x="425069" y="0"/>
                    <a:pt x="547624" y="122555"/>
                    <a:pt x="547624" y="273812"/>
                  </a:cubicBezTo>
                  <a:cubicBezTo>
                    <a:pt x="547624" y="425069"/>
                    <a:pt x="425069" y="547624"/>
                    <a:pt x="273812" y="547624"/>
                  </a:cubicBezTo>
                  <a:cubicBezTo>
                    <a:pt x="122555" y="547624"/>
                    <a:pt x="0" y="425069"/>
                    <a:pt x="0" y="273812"/>
                  </a:cubicBezTo>
                  <a:close/>
                </a:path>
              </a:pathLst>
            </a:custGeom>
            <a:solidFill>
              <a:srgbClr val="A95E53"/>
            </a:solidFill>
            <a:ln w="2667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AutoShape 77" id="77"/>
          <p:cNvSpPr/>
          <p:nvPr/>
        </p:nvSpPr>
        <p:spPr>
          <a:xfrm rot="4850280">
            <a:off x="7490308" y="5947791"/>
            <a:ext cx="14356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 rot="1857840">
            <a:off x="7541162" y="6030087"/>
            <a:ext cx="133293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9" id="79"/>
          <p:cNvGrpSpPr/>
          <p:nvPr/>
        </p:nvGrpSpPr>
        <p:grpSpPr>
          <a:xfrm rot="0">
            <a:off x="10122408" y="5413248"/>
            <a:ext cx="1280160" cy="329184"/>
            <a:chOff x="0" y="0"/>
            <a:chExt cx="1706880" cy="43891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706880" cy="438912"/>
            </a:xfrm>
            <a:custGeom>
              <a:avLst/>
              <a:gdLst/>
              <a:ahLst/>
              <a:cxnLst/>
              <a:rect r="r" b="b" t="t" l="l"/>
              <a:pathLst>
                <a:path h="43891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170688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84"/>
                </a:lnSpc>
              </a:pPr>
              <a:r>
                <a:rPr lang="en-US" sz="1320" b="true">
                  <a:solidFill>
                    <a:srgbClr val="A95E5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PAIN 02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967728" y="7022592"/>
            <a:ext cx="4480560" cy="557784"/>
            <a:chOff x="0" y="0"/>
            <a:chExt cx="5974080" cy="74371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974079" cy="743712"/>
            </a:xfrm>
            <a:custGeom>
              <a:avLst/>
              <a:gdLst/>
              <a:ahLst/>
              <a:cxnLst/>
              <a:rect r="r" b="b" t="t" l="l"/>
              <a:pathLst>
                <a:path h="743712" w="5974079">
                  <a:moveTo>
                    <a:pt x="0" y="0"/>
                  </a:moveTo>
                  <a:lnTo>
                    <a:pt x="5974079" y="0"/>
                  </a:lnTo>
                  <a:lnTo>
                    <a:pt x="5974079" y="743712"/>
                  </a:lnTo>
                  <a:lnTo>
                    <a:pt x="0" y="74371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06519" r="0" b="-106519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5974080" cy="7722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87"/>
                </a:lnSpc>
              </a:pPr>
              <a:r>
                <a:rPr lang="en-US" sz="2739" b="true">
                  <a:solidFill>
                    <a:srgbClr val="1717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STALE EVIDENCE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976872" y="7754112"/>
            <a:ext cx="4462272" cy="448056"/>
            <a:chOff x="0" y="0"/>
            <a:chExt cx="5949696" cy="59740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949696" cy="597408"/>
            </a:xfrm>
            <a:custGeom>
              <a:avLst/>
              <a:gdLst/>
              <a:ahLst/>
              <a:cxnLst/>
              <a:rect r="r" b="b" t="t" l="l"/>
              <a:pathLst>
                <a:path h="597408" w="5949696">
                  <a:moveTo>
                    <a:pt x="0" y="0"/>
                  </a:moveTo>
                  <a:lnTo>
                    <a:pt x="5949696" y="0"/>
                  </a:lnTo>
                  <a:lnTo>
                    <a:pt x="5949696" y="597408"/>
                  </a:lnTo>
                  <a:lnTo>
                    <a:pt x="0" y="59740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44055" r="0" b="-14405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5949696" cy="616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56636A"/>
                  </a:solidFill>
                  <a:latin typeface="Poppins"/>
                  <a:ea typeface="Poppins"/>
                  <a:cs typeface="Poppins"/>
                  <a:sym typeface="Poppins"/>
                </a:rPr>
                <a:t>Gaps go unseen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2145708" y="5049964"/>
            <a:ext cx="5207127" cy="3579495"/>
            <a:chOff x="0" y="0"/>
            <a:chExt cx="6942836" cy="477266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942836" cy="4772660"/>
            </a:xfrm>
            <a:custGeom>
              <a:avLst/>
              <a:gdLst/>
              <a:ahLst/>
              <a:cxnLst/>
              <a:rect r="r" b="b" t="t" l="l"/>
              <a:pathLst>
                <a:path h="4772660" w="6942836">
                  <a:moveTo>
                    <a:pt x="0" y="715899"/>
                  </a:moveTo>
                  <a:cubicBezTo>
                    <a:pt x="0" y="320548"/>
                    <a:pt x="320548" y="0"/>
                    <a:pt x="715899" y="0"/>
                  </a:cubicBezTo>
                  <a:lnTo>
                    <a:pt x="6226937" y="0"/>
                  </a:lnTo>
                  <a:cubicBezTo>
                    <a:pt x="6622288" y="0"/>
                    <a:pt x="6942836" y="320548"/>
                    <a:pt x="6942836" y="715899"/>
                  </a:cubicBezTo>
                  <a:lnTo>
                    <a:pt x="6942836" y="4056761"/>
                  </a:lnTo>
                  <a:cubicBezTo>
                    <a:pt x="6942836" y="4452112"/>
                    <a:pt x="6622288" y="4772660"/>
                    <a:pt x="6226937" y="4772660"/>
                  </a:cubicBezTo>
                  <a:lnTo>
                    <a:pt x="715899" y="4772660"/>
                  </a:lnTo>
                  <a:cubicBezTo>
                    <a:pt x="320548" y="4772660"/>
                    <a:pt x="0" y="4452112"/>
                    <a:pt x="0" y="405676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6E7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2164263" y="5068519"/>
            <a:ext cx="5170018" cy="1490472"/>
            <a:chOff x="0" y="0"/>
            <a:chExt cx="6893357" cy="198729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893306" cy="1987169"/>
            </a:xfrm>
            <a:custGeom>
              <a:avLst/>
              <a:gdLst/>
              <a:ahLst/>
              <a:cxnLst/>
              <a:rect r="r" b="b" t="t" l="l"/>
              <a:pathLst>
                <a:path h="1987169" w="6893306">
                  <a:moveTo>
                    <a:pt x="0" y="715391"/>
                  </a:moveTo>
                  <a:cubicBezTo>
                    <a:pt x="0" y="320294"/>
                    <a:pt x="320294" y="0"/>
                    <a:pt x="715391" y="0"/>
                  </a:cubicBezTo>
                  <a:lnTo>
                    <a:pt x="6177915" y="0"/>
                  </a:lnTo>
                  <a:cubicBezTo>
                    <a:pt x="6573012" y="0"/>
                    <a:pt x="6893306" y="320294"/>
                    <a:pt x="6893306" y="715391"/>
                  </a:cubicBezTo>
                  <a:lnTo>
                    <a:pt x="6893306" y="1271778"/>
                  </a:lnTo>
                  <a:cubicBezTo>
                    <a:pt x="6893306" y="1666875"/>
                    <a:pt x="6573012" y="1987169"/>
                    <a:pt x="6177915" y="1987169"/>
                  </a:cubicBezTo>
                  <a:lnTo>
                    <a:pt x="715391" y="1987169"/>
                  </a:lnTo>
                  <a:cubicBezTo>
                    <a:pt x="320294" y="1987296"/>
                    <a:pt x="0" y="1667002"/>
                    <a:pt x="0" y="1271905"/>
                  </a:cubicBezTo>
                  <a:close/>
                </a:path>
              </a:pathLst>
            </a:custGeom>
            <a:solidFill>
              <a:srgbClr val="F6EDEA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2164263" y="6099048"/>
            <a:ext cx="5170018" cy="475488"/>
            <a:chOff x="0" y="0"/>
            <a:chExt cx="6893357" cy="63398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893306" cy="633984"/>
            </a:xfrm>
            <a:custGeom>
              <a:avLst/>
              <a:gdLst/>
              <a:ahLst/>
              <a:cxnLst/>
              <a:rect r="r" b="b" t="t" l="l"/>
              <a:pathLst>
                <a:path h="633984" w="6893306">
                  <a:moveTo>
                    <a:pt x="0" y="0"/>
                  </a:moveTo>
                  <a:lnTo>
                    <a:pt x="6893306" y="0"/>
                  </a:lnTo>
                  <a:lnTo>
                    <a:pt x="6893306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F6EDEA"/>
            </a:solidFill>
          </p:spPr>
        </p:sp>
      </p:grpSp>
      <p:sp>
        <p:nvSpPr>
          <p:cNvPr name="AutoShape 94" id="94"/>
          <p:cNvSpPr/>
          <p:nvPr/>
        </p:nvSpPr>
        <p:spPr>
          <a:xfrm rot="6780">
            <a:off x="12174722" y="6569774"/>
            <a:ext cx="5149101" cy="0"/>
          </a:xfrm>
          <a:prstGeom prst="line">
            <a:avLst/>
          </a:prstGeom>
          <a:ln cap="rnd" w="9525">
            <a:solidFill>
              <a:srgbClr val="DFE8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5" id="95"/>
          <p:cNvGrpSpPr/>
          <p:nvPr/>
        </p:nvGrpSpPr>
        <p:grpSpPr>
          <a:xfrm rot="0">
            <a:off x="12481560" y="5330952"/>
            <a:ext cx="1051560" cy="1051560"/>
            <a:chOff x="0" y="0"/>
            <a:chExt cx="1402080" cy="14020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402080" cy="1402080"/>
            </a:xfrm>
            <a:custGeom>
              <a:avLst/>
              <a:gdLst/>
              <a:ahLst/>
              <a:cxnLst/>
              <a:rect r="r" b="b" t="t" l="l"/>
              <a:pathLst>
                <a:path h="1402080" w="1402080">
                  <a:moveTo>
                    <a:pt x="0" y="701040"/>
                  </a:moveTo>
                  <a:cubicBezTo>
                    <a:pt x="0" y="313817"/>
                    <a:pt x="313817" y="0"/>
                    <a:pt x="701040" y="0"/>
                  </a:cubicBezTo>
                  <a:cubicBezTo>
                    <a:pt x="1088263" y="0"/>
                    <a:pt x="1402080" y="313817"/>
                    <a:pt x="1402080" y="701040"/>
                  </a:cubicBezTo>
                  <a:cubicBezTo>
                    <a:pt x="1402080" y="1088263"/>
                    <a:pt x="1088263" y="1402080"/>
                    <a:pt x="701040" y="1402080"/>
                  </a:cubicBezTo>
                  <a:cubicBezTo>
                    <a:pt x="313817" y="1402080"/>
                    <a:pt x="0" y="1088263"/>
                    <a:pt x="0" y="701040"/>
                  </a:cubicBezTo>
                  <a:close/>
                </a:path>
              </a:pathLst>
            </a:custGeom>
            <a:solidFill>
              <a:srgbClr val="A95E53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2679804" y="5510908"/>
            <a:ext cx="499615" cy="591055"/>
            <a:chOff x="0" y="0"/>
            <a:chExt cx="666153" cy="788073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66242" cy="788162"/>
            </a:xfrm>
            <a:custGeom>
              <a:avLst/>
              <a:gdLst/>
              <a:ahLst/>
              <a:cxnLst/>
              <a:rect r="r" b="b" t="t" l="l"/>
              <a:pathLst>
                <a:path h="788162" w="666242">
                  <a:moveTo>
                    <a:pt x="0" y="99949"/>
                  </a:moveTo>
                  <a:cubicBezTo>
                    <a:pt x="0" y="44704"/>
                    <a:pt x="44704" y="0"/>
                    <a:pt x="99949" y="0"/>
                  </a:cubicBezTo>
                  <a:lnTo>
                    <a:pt x="566293" y="0"/>
                  </a:lnTo>
                  <a:cubicBezTo>
                    <a:pt x="621538" y="0"/>
                    <a:pt x="666242" y="44704"/>
                    <a:pt x="666242" y="99949"/>
                  </a:cubicBezTo>
                  <a:lnTo>
                    <a:pt x="666242" y="688213"/>
                  </a:lnTo>
                  <a:cubicBezTo>
                    <a:pt x="666242" y="743458"/>
                    <a:pt x="621538" y="788162"/>
                    <a:pt x="566293" y="788162"/>
                  </a:cubicBezTo>
                  <a:lnTo>
                    <a:pt x="99949" y="788162"/>
                  </a:lnTo>
                  <a:cubicBezTo>
                    <a:pt x="44704" y="788035"/>
                    <a:pt x="0" y="743331"/>
                    <a:pt x="0" y="688213"/>
                  </a:cubicBezTo>
                  <a:close/>
                </a:path>
              </a:pathLst>
            </a:custGeom>
            <a:solidFill>
              <a:srgbClr val="A95E53"/>
            </a:solidFill>
            <a:ln w="2413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2835252" y="5620636"/>
            <a:ext cx="472183" cy="581911"/>
            <a:chOff x="0" y="0"/>
            <a:chExt cx="629577" cy="775881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29666" cy="775970"/>
            </a:xfrm>
            <a:custGeom>
              <a:avLst/>
              <a:gdLst/>
              <a:ahLst/>
              <a:cxnLst/>
              <a:rect r="r" b="b" t="t" l="l"/>
              <a:pathLst>
                <a:path h="775970" w="62966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535178" y="0"/>
                  </a:lnTo>
                  <a:cubicBezTo>
                    <a:pt x="587375" y="0"/>
                    <a:pt x="629666" y="42291"/>
                    <a:pt x="629666" y="94488"/>
                  </a:cubicBezTo>
                  <a:lnTo>
                    <a:pt x="629666" y="681482"/>
                  </a:lnTo>
                  <a:cubicBezTo>
                    <a:pt x="629666" y="733679"/>
                    <a:pt x="587375" y="775970"/>
                    <a:pt x="535178" y="775970"/>
                  </a:cubicBezTo>
                  <a:lnTo>
                    <a:pt x="94488" y="775970"/>
                  </a:lnTo>
                  <a:cubicBezTo>
                    <a:pt x="42291" y="775843"/>
                    <a:pt x="0" y="733552"/>
                    <a:pt x="0" y="681482"/>
                  </a:cubicBezTo>
                  <a:close/>
                </a:path>
              </a:pathLst>
            </a:custGeom>
            <a:solidFill>
              <a:srgbClr val="A95E53"/>
            </a:solidFill>
            <a:ln w="2413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AutoShape 101" id="101"/>
          <p:cNvSpPr/>
          <p:nvPr/>
        </p:nvSpPr>
        <p:spPr>
          <a:xfrm rot="215760">
            <a:off x="12920443" y="5810821"/>
            <a:ext cx="28351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2" id="102"/>
          <p:cNvSpPr/>
          <p:nvPr/>
        </p:nvSpPr>
        <p:spPr>
          <a:xfrm rot="215760">
            <a:off x="12920443" y="5902262"/>
            <a:ext cx="28351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3" id="103"/>
          <p:cNvSpPr/>
          <p:nvPr/>
        </p:nvSpPr>
        <p:spPr>
          <a:xfrm rot="215760">
            <a:off x="12920443" y="5993702"/>
            <a:ext cx="28351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4" id="104"/>
          <p:cNvSpPr/>
          <p:nvPr/>
        </p:nvSpPr>
        <p:spPr>
          <a:xfrm rot="10170540">
            <a:off x="12624530" y="6171819"/>
            <a:ext cx="125540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5" id="105"/>
          <p:cNvSpPr/>
          <p:nvPr/>
        </p:nvSpPr>
        <p:spPr>
          <a:xfrm rot="-4813080">
            <a:off x="12569733" y="6116955"/>
            <a:ext cx="13454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6" id="106"/>
          <p:cNvSpPr/>
          <p:nvPr/>
        </p:nvSpPr>
        <p:spPr>
          <a:xfrm rot="8100000">
            <a:off x="12565656" y="6084951"/>
            <a:ext cx="96984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7" id="107"/>
          <p:cNvSpPr/>
          <p:nvPr/>
        </p:nvSpPr>
        <p:spPr>
          <a:xfrm rot="2485440">
            <a:off x="12612614" y="6084951"/>
            <a:ext cx="1036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8" id="108"/>
          <p:cNvGrpSpPr/>
          <p:nvPr/>
        </p:nvGrpSpPr>
        <p:grpSpPr>
          <a:xfrm rot="0">
            <a:off x="15663672" y="5413248"/>
            <a:ext cx="1280160" cy="329184"/>
            <a:chOff x="0" y="0"/>
            <a:chExt cx="1706880" cy="43891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706880" cy="438912"/>
            </a:xfrm>
            <a:custGeom>
              <a:avLst/>
              <a:gdLst/>
              <a:ahLst/>
              <a:cxnLst/>
              <a:rect r="r" b="b" t="t" l="l"/>
              <a:pathLst>
                <a:path h="43891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9525"/>
              <a:ext cx="170688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84"/>
                </a:lnSpc>
              </a:pPr>
              <a:r>
                <a:rPr lang="en-US" sz="1320" b="true">
                  <a:solidFill>
                    <a:srgbClr val="A95E5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PAIN 03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2508992" y="7022592"/>
            <a:ext cx="4480560" cy="557784"/>
            <a:chOff x="0" y="0"/>
            <a:chExt cx="5974080" cy="74371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974079" cy="743712"/>
            </a:xfrm>
            <a:custGeom>
              <a:avLst/>
              <a:gdLst/>
              <a:ahLst/>
              <a:cxnLst/>
              <a:rect r="r" b="b" t="t" l="l"/>
              <a:pathLst>
                <a:path h="743712" w="5974079">
                  <a:moveTo>
                    <a:pt x="0" y="0"/>
                  </a:moveTo>
                  <a:lnTo>
                    <a:pt x="5974079" y="0"/>
                  </a:lnTo>
                  <a:lnTo>
                    <a:pt x="5974079" y="743712"/>
                  </a:lnTo>
                  <a:lnTo>
                    <a:pt x="0" y="74371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06519" r="0" b="-106519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28575"/>
              <a:ext cx="5974080" cy="7722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87"/>
                </a:lnSpc>
              </a:pPr>
              <a:r>
                <a:rPr lang="en-US" sz="2739" b="true">
                  <a:solidFill>
                    <a:srgbClr val="1717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LEGAL OVERHEAD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2518136" y="7754112"/>
            <a:ext cx="4462272" cy="448056"/>
            <a:chOff x="0" y="0"/>
            <a:chExt cx="5949696" cy="59740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949696" cy="597408"/>
            </a:xfrm>
            <a:custGeom>
              <a:avLst/>
              <a:gdLst/>
              <a:ahLst/>
              <a:cxnLst/>
              <a:rect r="r" b="b" t="t" l="l"/>
              <a:pathLst>
                <a:path h="597408" w="5949696">
                  <a:moveTo>
                    <a:pt x="0" y="0"/>
                  </a:moveTo>
                  <a:lnTo>
                    <a:pt x="5949696" y="0"/>
                  </a:lnTo>
                  <a:lnTo>
                    <a:pt x="5949696" y="597408"/>
                  </a:lnTo>
                  <a:lnTo>
                    <a:pt x="0" y="59740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44055" r="0" b="-144055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19050"/>
              <a:ext cx="5949696" cy="616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56636A"/>
                  </a:solidFill>
                  <a:latin typeface="Poppins"/>
                  <a:ea typeface="Poppins"/>
                  <a:cs typeface="Poppins"/>
                  <a:sym typeface="Poppins"/>
                </a:rPr>
                <a:t>Fact-finding repeats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4158586" y="1272016"/>
            <a:ext cx="269215" cy="222028"/>
            <a:chOff x="0" y="0"/>
            <a:chExt cx="358953" cy="296037"/>
          </a:xfrm>
        </p:grpSpPr>
        <p:sp>
          <p:nvSpPr>
            <p:cNvPr name="Freeform 118" id="118" descr="image.png"/>
            <p:cNvSpPr/>
            <p:nvPr/>
          </p:nvSpPr>
          <p:spPr>
            <a:xfrm flipH="false" flipV="false" rot="0">
              <a:off x="0" y="0"/>
              <a:ext cx="358902" cy="296037"/>
            </a:xfrm>
            <a:custGeom>
              <a:avLst/>
              <a:gdLst/>
              <a:ahLst/>
              <a:cxnLst/>
              <a:rect r="r" b="b" t="t" l="l"/>
              <a:pathLst>
                <a:path h="296037" w="358902">
                  <a:moveTo>
                    <a:pt x="0" y="0"/>
                  </a:moveTo>
                  <a:lnTo>
                    <a:pt x="358902" y="0"/>
                  </a:lnTo>
                  <a:lnTo>
                    <a:pt x="358902" y="296037"/>
                  </a:lnTo>
                  <a:lnTo>
                    <a:pt x="0" y="296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4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27427" y="954576"/>
            <a:ext cx="10233146" cy="693858"/>
          </a:xfrm>
          <a:custGeom>
            <a:avLst/>
            <a:gdLst/>
            <a:ahLst/>
            <a:cxnLst/>
            <a:rect r="r" b="b" t="t" l="l"/>
            <a:pathLst>
              <a:path h="693858" w="10233146">
                <a:moveTo>
                  <a:pt x="0" y="0"/>
                </a:moveTo>
                <a:lnTo>
                  <a:pt x="10233146" y="0"/>
                </a:lnTo>
                <a:lnTo>
                  <a:pt x="10233146" y="693859"/>
                </a:lnTo>
                <a:lnTo>
                  <a:pt x="0" y="693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00894" y="1190730"/>
            <a:ext cx="384600" cy="384600"/>
          </a:xfrm>
          <a:custGeom>
            <a:avLst/>
            <a:gdLst/>
            <a:ahLst/>
            <a:cxnLst/>
            <a:rect r="r" b="b" t="t" l="l"/>
            <a:pathLst>
              <a:path h="384600" w="384600">
                <a:moveTo>
                  <a:pt x="0" y="0"/>
                </a:moveTo>
                <a:lnTo>
                  <a:pt x="384600" y="0"/>
                </a:lnTo>
                <a:lnTo>
                  <a:pt x="384600" y="384600"/>
                </a:lnTo>
                <a:lnTo>
                  <a:pt x="0" y="384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45644" y="1148715"/>
            <a:ext cx="2067239" cy="36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7"/>
              </a:lnSpc>
            </a:pPr>
            <a:r>
              <a:rPr lang="en-US" sz="1797" b="true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Regulift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89520" y="1190730"/>
            <a:ext cx="1513332" cy="384962"/>
            <a:chOff x="0" y="0"/>
            <a:chExt cx="2017776" cy="513283"/>
          </a:xfrm>
        </p:grpSpPr>
        <p:sp>
          <p:nvSpPr>
            <p:cNvPr name="Freeform 6" id="6">
              <a:hlinkClick r:id="rId6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About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12580" y="1190730"/>
            <a:ext cx="1513332" cy="384962"/>
            <a:chOff x="0" y="0"/>
            <a:chExt cx="2017776" cy="513283"/>
          </a:xfrm>
        </p:grpSpPr>
        <p:sp>
          <p:nvSpPr>
            <p:cNvPr name="Freeform 9" id="9">
              <a:hlinkClick r:id="rId7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FAFAFA"/>
                  </a:solidFill>
                  <a:latin typeface="Poppins"/>
                  <a:ea typeface="Poppins"/>
                  <a:cs typeface="Poppins"/>
                  <a:sym typeface="Poppins"/>
                </a:rPr>
                <a:t>Service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35640" y="1190730"/>
            <a:ext cx="1513332" cy="384962"/>
            <a:chOff x="0" y="0"/>
            <a:chExt cx="2017776" cy="513283"/>
          </a:xfrm>
        </p:grpSpPr>
        <p:sp>
          <p:nvSpPr>
            <p:cNvPr name="Freeform 12" id="12">
              <a:hlinkClick r:id="rId8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Team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58700" y="1190730"/>
            <a:ext cx="1513332" cy="384962"/>
            <a:chOff x="0" y="0"/>
            <a:chExt cx="2017776" cy="513283"/>
          </a:xfrm>
        </p:grpSpPr>
        <p:sp>
          <p:nvSpPr>
            <p:cNvPr name="Freeform 15" id="15">
              <a:hlinkClick r:id="rId9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Conclusion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879824" y="9619488"/>
            <a:ext cx="1042416" cy="347472"/>
            <a:chOff x="0" y="0"/>
            <a:chExt cx="1389888" cy="4632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89888" cy="463296"/>
            </a:xfrm>
            <a:custGeom>
              <a:avLst/>
              <a:gdLst/>
              <a:ahLst/>
              <a:cxnLst/>
              <a:rect r="r" b="b" t="t" l="l"/>
              <a:pathLst>
                <a:path h="463296" w="1389888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1283335" y="0"/>
                  </a:lnTo>
                  <a:cubicBezTo>
                    <a:pt x="1342136" y="0"/>
                    <a:pt x="1389888" y="47752"/>
                    <a:pt x="1389888" y="106553"/>
                  </a:cubicBezTo>
                  <a:lnTo>
                    <a:pt x="1389888" y="356743"/>
                  </a:lnTo>
                  <a:cubicBezTo>
                    <a:pt x="1389888" y="415544"/>
                    <a:pt x="1342136" y="463296"/>
                    <a:pt x="1283335" y="463296"/>
                  </a:cubicBezTo>
                  <a:lnTo>
                    <a:pt x="106553" y="463296"/>
                  </a:lnTo>
                  <a:cubicBezTo>
                    <a:pt x="47752" y="463296"/>
                    <a:pt x="0" y="415544"/>
                    <a:pt x="0" y="356743"/>
                  </a:cubicBezTo>
                  <a:close/>
                </a:path>
              </a:pathLst>
            </a:custGeom>
            <a:solidFill>
              <a:srgbClr val="1D202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389888" cy="472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BFBFB"/>
                  </a:solidFill>
                  <a:latin typeface="Poppins"/>
                  <a:ea typeface="Poppins"/>
                  <a:cs typeface="Poppins"/>
                  <a:sym typeface="Poppins"/>
                </a:rPr>
                <a:t>Page 03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280" y="1892808"/>
            <a:ext cx="8229600" cy="329184"/>
            <a:chOff x="0" y="0"/>
            <a:chExt cx="10972800" cy="4389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438912"/>
            </a:xfrm>
            <a:custGeom>
              <a:avLst/>
              <a:gdLst/>
              <a:ahLst/>
              <a:cxnLst/>
              <a:rect r="r" b="b" t="t" l="l"/>
              <a:pathLst>
                <a:path h="43891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097280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49707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SOLUTION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51560" y="2249424"/>
            <a:ext cx="16322040" cy="722376"/>
            <a:chOff x="0" y="0"/>
            <a:chExt cx="21762720" cy="9631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762720" cy="963168"/>
            </a:xfrm>
            <a:custGeom>
              <a:avLst/>
              <a:gdLst/>
              <a:ahLst/>
              <a:cxnLst/>
              <a:rect r="r" b="b" t="t" l="l"/>
              <a:pathLst>
                <a:path h="963168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63168"/>
                  </a:lnTo>
                  <a:lnTo>
                    <a:pt x="0" y="96316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90263" r="0" b="-39026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1762720" cy="1010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1717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INSIDE OUT FRAMEWORK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95528" y="3657600"/>
            <a:ext cx="16696944" cy="4320988"/>
            <a:chOff x="0" y="0"/>
            <a:chExt cx="22262592" cy="5761317"/>
          </a:xfrm>
        </p:grpSpPr>
        <p:sp>
          <p:nvSpPr>
            <p:cNvPr name="Freeform 27" id="27" descr="Screenshot 2026-10-19 at 16.09.39.png"/>
            <p:cNvSpPr/>
            <p:nvPr/>
          </p:nvSpPr>
          <p:spPr>
            <a:xfrm flipH="false" flipV="false" rot="0">
              <a:off x="0" y="0"/>
              <a:ext cx="22262592" cy="5761355"/>
            </a:xfrm>
            <a:custGeom>
              <a:avLst/>
              <a:gdLst/>
              <a:ahLst/>
              <a:cxnLst/>
              <a:rect r="r" b="b" t="t" l="l"/>
              <a:pathLst>
                <a:path h="5761355" w="22262592">
                  <a:moveTo>
                    <a:pt x="0" y="0"/>
                  </a:moveTo>
                  <a:lnTo>
                    <a:pt x="22262592" y="0"/>
                  </a:lnTo>
                  <a:lnTo>
                    <a:pt x="22262592" y="5761355"/>
                  </a:lnTo>
                  <a:lnTo>
                    <a:pt x="0" y="5761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97280" y="8302752"/>
            <a:ext cx="5093208" cy="13716"/>
            <a:chOff x="0" y="0"/>
            <a:chExt cx="6790944" cy="182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90944" cy="18288"/>
            </a:xfrm>
            <a:custGeom>
              <a:avLst/>
              <a:gdLst/>
              <a:ahLst/>
              <a:cxnLst/>
              <a:rect r="r" b="b" t="t" l="l"/>
              <a:pathLst>
                <a:path h="18288" w="6790944">
                  <a:moveTo>
                    <a:pt x="0" y="0"/>
                  </a:moveTo>
                  <a:lnTo>
                    <a:pt x="6790944" y="0"/>
                  </a:lnTo>
                  <a:lnTo>
                    <a:pt x="679094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AE1E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97280" y="8430768"/>
            <a:ext cx="5120640" cy="292608"/>
            <a:chOff x="0" y="0"/>
            <a:chExt cx="6827520" cy="3901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27520" cy="390144"/>
            </a:xfrm>
            <a:custGeom>
              <a:avLst/>
              <a:gdLst/>
              <a:ahLst/>
              <a:cxnLst/>
              <a:rect r="r" b="b" t="t" l="l"/>
              <a:pathLst>
                <a:path h="39014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6827520" cy="409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49707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  DISCOVER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97280" y="8778240"/>
            <a:ext cx="5120640" cy="338328"/>
            <a:chOff x="0" y="0"/>
            <a:chExt cx="6827520" cy="45110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827520" cy="451104"/>
            </a:xfrm>
            <a:custGeom>
              <a:avLst/>
              <a:gdLst/>
              <a:ahLst/>
              <a:cxnLst/>
              <a:rect r="r" b="b" t="t" l="l"/>
              <a:pathLst>
                <a:path h="45110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51104"/>
                  </a:lnTo>
                  <a:lnTo>
                    <a:pt x="0" y="45110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44908" r="0" b="-24490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6827520" cy="470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97377"/>
                  </a:solidFill>
                  <a:latin typeface="Poppins"/>
                  <a:ea typeface="Poppins"/>
                  <a:cs typeface="Poppins"/>
                  <a:sym typeface="Poppins"/>
                </a:rPr>
                <a:t>Read-only system context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583680" y="8302752"/>
            <a:ext cx="5093208" cy="13716"/>
            <a:chOff x="0" y="0"/>
            <a:chExt cx="6790944" cy="182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790944" cy="18288"/>
            </a:xfrm>
            <a:custGeom>
              <a:avLst/>
              <a:gdLst/>
              <a:ahLst/>
              <a:cxnLst/>
              <a:rect r="r" b="b" t="t" l="l"/>
              <a:pathLst>
                <a:path h="18288" w="6790944">
                  <a:moveTo>
                    <a:pt x="0" y="0"/>
                  </a:moveTo>
                  <a:lnTo>
                    <a:pt x="6790944" y="0"/>
                  </a:lnTo>
                  <a:lnTo>
                    <a:pt x="679094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AE1E1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583680" y="8430768"/>
            <a:ext cx="5120640" cy="292608"/>
            <a:chOff x="0" y="0"/>
            <a:chExt cx="6827520" cy="3901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27520" cy="390144"/>
            </a:xfrm>
            <a:custGeom>
              <a:avLst/>
              <a:gdLst/>
              <a:ahLst/>
              <a:cxnLst/>
              <a:rect r="r" b="b" t="t" l="l"/>
              <a:pathLst>
                <a:path h="39014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6827520" cy="409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49707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  APPROVE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583680" y="8778240"/>
            <a:ext cx="5120640" cy="338328"/>
            <a:chOff x="0" y="0"/>
            <a:chExt cx="6827520" cy="45110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27520" cy="451104"/>
            </a:xfrm>
            <a:custGeom>
              <a:avLst/>
              <a:gdLst/>
              <a:ahLst/>
              <a:cxnLst/>
              <a:rect r="r" b="b" t="t" l="l"/>
              <a:pathLst>
                <a:path h="45110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51104"/>
                  </a:lnTo>
                  <a:lnTo>
                    <a:pt x="0" y="45110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44908" r="0" b="-24490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6827520" cy="470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97377"/>
                  </a:solidFill>
                  <a:latin typeface="Poppins"/>
                  <a:ea typeface="Poppins"/>
                  <a:cs typeface="Poppins"/>
                  <a:sym typeface="Poppins"/>
                </a:rPr>
                <a:t>Your representative controls release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051792" y="8302752"/>
            <a:ext cx="5093208" cy="13716"/>
            <a:chOff x="0" y="0"/>
            <a:chExt cx="6790944" cy="182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790944" cy="18288"/>
            </a:xfrm>
            <a:custGeom>
              <a:avLst/>
              <a:gdLst/>
              <a:ahLst/>
              <a:cxnLst/>
              <a:rect r="r" b="b" t="t" l="l"/>
              <a:pathLst>
                <a:path h="18288" w="6790944">
                  <a:moveTo>
                    <a:pt x="0" y="0"/>
                  </a:moveTo>
                  <a:lnTo>
                    <a:pt x="6790944" y="0"/>
                  </a:lnTo>
                  <a:lnTo>
                    <a:pt x="679094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AE1E1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051792" y="8430768"/>
            <a:ext cx="5120640" cy="292608"/>
            <a:chOff x="0" y="0"/>
            <a:chExt cx="6827520" cy="39014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827520" cy="390144"/>
            </a:xfrm>
            <a:custGeom>
              <a:avLst/>
              <a:gdLst/>
              <a:ahLst/>
              <a:cxnLst/>
              <a:rect r="r" b="b" t="t" l="l"/>
              <a:pathLst>
                <a:path h="39014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6827520" cy="409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49707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  ACT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051792" y="8778240"/>
            <a:ext cx="5120640" cy="338328"/>
            <a:chOff x="0" y="0"/>
            <a:chExt cx="6827520" cy="45110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827520" cy="451104"/>
            </a:xfrm>
            <a:custGeom>
              <a:avLst/>
              <a:gdLst/>
              <a:ahLst/>
              <a:cxnLst/>
              <a:rect r="r" b="b" t="t" l="l"/>
              <a:pathLst>
                <a:path h="45110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51104"/>
                  </a:lnTo>
                  <a:lnTo>
                    <a:pt x="0" y="45110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44908" r="0" b="-24490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6827520" cy="470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97377"/>
                  </a:solidFill>
                  <a:latin typeface="Poppins"/>
                  <a:ea typeface="Poppins"/>
                  <a:cs typeface="Poppins"/>
                  <a:sym typeface="Poppins"/>
                </a:rPr>
                <a:t>Implement Regulift’s recommended fixes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4158586" y="1272016"/>
            <a:ext cx="269215" cy="222028"/>
            <a:chOff x="0" y="0"/>
            <a:chExt cx="358953" cy="296037"/>
          </a:xfrm>
        </p:grpSpPr>
        <p:sp>
          <p:nvSpPr>
            <p:cNvPr name="Freeform 53" id="53" descr="image.png"/>
            <p:cNvSpPr/>
            <p:nvPr/>
          </p:nvSpPr>
          <p:spPr>
            <a:xfrm flipH="false" flipV="false" rot="0">
              <a:off x="0" y="0"/>
              <a:ext cx="358902" cy="296037"/>
            </a:xfrm>
            <a:custGeom>
              <a:avLst/>
              <a:gdLst/>
              <a:ahLst/>
              <a:cxnLst/>
              <a:rect r="r" b="b" t="t" l="l"/>
              <a:pathLst>
                <a:path h="296037" w="358902">
                  <a:moveTo>
                    <a:pt x="0" y="0"/>
                  </a:moveTo>
                  <a:lnTo>
                    <a:pt x="358902" y="0"/>
                  </a:lnTo>
                  <a:lnTo>
                    <a:pt x="358902" y="296037"/>
                  </a:lnTo>
                  <a:lnTo>
                    <a:pt x="0" y="296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14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27427" y="954576"/>
            <a:ext cx="10233146" cy="693858"/>
          </a:xfrm>
          <a:custGeom>
            <a:avLst/>
            <a:gdLst/>
            <a:ahLst/>
            <a:cxnLst/>
            <a:rect r="r" b="b" t="t" l="l"/>
            <a:pathLst>
              <a:path h="693858" w="10233146">
                <a:moveTo>
                  <a:pt x="0" y="0"/>
                </a:moveTo>
                <a:lnTo>
                  <a:pt x="10233146" y="0"/>
                </a:lnTo>
                <a:lnTo>
                  <a:pt x="10233146" y="693859"/>
                </a:lnTo>
                <a:lnTo>
                  <a:pt x="0" y="693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00894" y="1190730"/>
            <a:ext cx="384600" cy="384600"/>
          </a:xfrm>
          <a:custGeom>
            <a:avLst/>
            <a:gdLst/>
            <a:ahLst/>
            <a:cxnLst/>
            <a:rect r="r" b="b" t="t" l="l"/>
            <a:pathLst>
              <a:path h="384600" w="384600">
                <a:moveTo>
                  <a:pt x="0" y="0"/>
                </a:moveTo>
                <a:lnTo>
                  <a:pt x="384600" y="0"/>
                </a:lnTo>
                <a:lnTo>
                  <a:pt x="384600" y="384600"/>
                </a:lnTo>
                <a:lnTo>
                  <a:pt x="0" y="384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45644" y="1148715"/>
            <a:ext cx="2067239" cy="36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7"/>
              </a:lnSpc>
            </a:pPr>
            <a:r>
              <a:rPr lang="en-US" sz="1797" b="true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Regulift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89520" y="1190730"/>
            <a:ext cx="1513332" cy="384962"/>
            <a:chOff x="0" y="0"/>
            <a:chExt cx="2017776" cy="513283"/>
          </a:xfrm>
        </p:grpSpPr>
        <p:sp>
          <p:nvSpPr>
            <p:cNvPr name="Freeform 6" id="6">
              <a:hlinkClick r:id="rId6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About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12580" y="1190730"/>
            <a:ext cx="1513332" cy="384962"/>
            <a:chOff x="0" y="0"/>
            <a:chExt cx="2017776" cy="513283"/>
          </a:xfrm>
        </p:grpSpPr>
        <p:sp>
          <p:nvSpPr>
            <p:cNvPr name="Freeform 9" id="9">
              <a:hlinkClick r:id="rId7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FAFAFA"/>
                  </a:solidFill>
                  <a:latin typeface="Poppins"/>
                  <a:ea typeface="Poppins"/>
                  <a:cs typeface="Poppins"/>
                  <a:sym typeface="Poppins"/>
                </a:rPr>
                <a:t>Service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35640" y="1190730"/>
            <a:ext cx="1513332" cy="384962"/>
            <a:chOff x="0" y="0"/>
            <a:chExt cx="2017776" cy="513283"/>
          </a:xfrm>
        </p:grpSpPr>
        <p:sp>
          <p:nvSpPr>
            <p:cNvPr name="Freeform 12" id="12">
              <a:hlinkClick r:id="rId8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Team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58700" y="1190730"/>
            <a:ext cx="1513332" cy="384962"/>
            <a:chOff x="0" y="0"/>
            <a:chExt cx="2017776" cy="513283"/>
          </a:xfrm>
        </p:grpSpPr>
        <p:sp>
          <p:nvSpPr>
            <p:cNvPr name="Freeform 15" id="15">
              <a:hlinkClick r:id="rId9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Conclusion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879824" y="9619488"/>
            <a:ext cx="1042416" cy="347472"/>
            <a:chOff x="0" y="0"/>
            <a:chExt cx="1389888" cy="4632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89888" cy="463296"/>
            </a:xfrm>
            <a:custGeom>
              <a:avLst/>
              <a:gdLst/>
              <a:ahLst/>
              <a:cxnLst/>
              <a:rect r="r" b="b" t="t" l="l"/>
              <a:pathLst>
                <a:path h="463296" w="1389888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1283335" y="0"/>
                  </a:lnTo>
                  <a:cubicBezTo>
                    <a:pt x="1342136" y="0"/>
                    <a:pt x="1389888" y="47752"/>
                    <a:pt x="1389888" y="106553"/>
                  </a:cubicBezTo>
                  <a:lnTo>
                    <a:pt x="1389888" y="356743"/>
                  </a:lnTo>
                  <a:cubicBezTo>
                    <a:pt x="1389888" y="415544"/>
                    <a:pt x="1342136" y="463296"/>
                    <a:pt x="1283335" y="463296"/>
                  </a:cubicBezTo>
                  <a:lnTo>
                    <a:pt x="106553" y="463296"/>
                  </a:lnTo>
                  <a:cubicBezTo>
                    <a:pt x="47752" y="463296"/>
                    <a:pt x="0" y="415544"/>
                    <a:pt x="0" y="356743"/>
                  </a:cubicBezTo>
                  <a:close/>
                </a:path>
              </a:pathLst>
            </a:custGeom>
            <a:solidFill>
              <a:srgbClr val="1D202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389888" cy="472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BFBFB"/>
                  </a:solidFill>
                  <a:latin typeface="Poppins"/>
                  <a:ea typeface="Poppins"/>
                  <a:cs typeface="Poppins"/>
                  <a:sym typeface="Poppins"/>
                </a:rPr>
                <a:t>Page 04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280" y="1892808"/>
            <a:ext cx="8229600" cy="329184"/>
            <a:chOff x="0" y="0"/>
            <a:chExt cx="10972800" cy="4389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438912"/>
            </a:xfrm>
            <a:custGeom>
              <a:avLst/>
              <a:gdLst/>
              <a:ahLst/>
              <a:cxnLst/>
              <a:rect r="r" b="b" t="t" l="l"/>
              <a:pathLst>
                <a:path h="43891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097280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49707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SOLUTION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51560" y="2249424"/>
            <a:ext cx="16322040" cy="722376"/>
            <a:chOff x="0" y="0"/>
            <a:chExt cx="21762720" cy="9631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762720" cy="963168"/>
            </a:xfrm>
            <a:custGeom>
              <a:avLst/>
              <a:gdLst/>
              <a:ahLst/>
              <a:cxnLst/>
              <a:rect r="r" b="b" t="t" l="l"/>
              <a:pathLst>
                <a:path h="963168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63168"/>
                  </a:lnTo>
                  <a:lnTo>
                    <a:pt x="0" y="96316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90263" r="0" b="-39026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1762720" cy="1010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1717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COMPLIANCE LOOP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714858" y="3769490"/>
            <a:ext cx="2812037" cy="4357373"/>
            <a:chOff x="0" y="0"/>
            <a:chExt cx="3749383" cy="58098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749421" cy="5809869"/>
            </a:xfrm>
            <a:custGeom>
              <a:avLst/>
              <a:gdLst/>
              <a:ahLst/>
              <a:cxnLst/>
              <a:rect r="r" b="b" t="t" l="l"/>
              <a:pathLst>
                <a:path h="5809869" w="3749421">
                  <a:moveTo>
                    <a:pt x="0" y="449961"/>
                  </a:moveTo>
                  <a:cubicBezTo>
                    <a:pt x="0" y="201422"/>
                    <a:pt x="201422" y="0"/>
                    <a:pt x="449961" y="0"/>
                  </a:cubicBezTo>
                  <a:lnTo>
                    <a:pt x="3299460" y="0"/>
                  </a:lnTo>
                  <a:cubicBezTo>
                    <a:pt x="3547999" y="0"/>
                    <a:pt x="3749421" y="201422"/>
                    <a:pt x="3749421" y="449961"/>
                  </a:cubicBezTo>
                  <a:lnTo>
                    <a:pt x="3749421" y="5359908"/>
                  </a:lnTo>
                  <a:cubicBezTo>
                    <a:pt x="3749421" y="5608447"/>
                    <a:pt x="3547999" y="5809869"/>
                    <a:pt x="3299460" y="5809869"/>
                  </a:cubicBezTo>
                  <a:lnTo>
                    <a:pt x="449961" y="5809869"/>
                  </a:lnTo>
                  <a:cubicBezTo>
                    <a:pt x="201422" y="5809869"/>
                    <a:pt x="0" y="5608447"/>
                    <a:pt x="0" y="5359908"/>
                  </a:cubicBezTo>
                  <a:close/>
                </a:path>
              </a:pathLst>
            </a:custGeom>
            <a:solidFill>
              <a:srgbClr val="F3F6F6"/>
            </a:solidFill>
            <a:ln w="13970" cap="sq">
              <a:solidFill>
                <a:srgbClr val="CED9D9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4996160" y="4014216"/>
            <a:ext cx="265176" cy="265176"/>
            <a:chOff x="0" y="0"/>
            <a:chExt cx="353568" cy="3535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3568" cy="353568"/>
            </a:xfrm>
            <a:custGeom>
              <a:avLst/>
              <a:gdLst/>
              <a:ahLst/>
              <a:cxnLst/>
              <a:rect r="r" b="b" t="t" l="l"/>
              <a:pathLst>
                <a:path h="353568" w="353568">
                  <a:moveTo>
                    <a:pt x="0" y="176784"/>
                  </a:moveTo>
                  <a:cubicBezTo>
                    <a:pt x="0" y="79121"/>
                    <a:pt x="79121" y="0"/>
                    <a:pt x="176784" y="0"/>
                  </a:cubicBezTo>
                  <a:cubicBezTo>
                    <a:pt x="274447" y="0"/>
                    <a:pt x="353568" y="79121"/>
                    <a:pt x="353568" y="176784"/>
                  </a:cubicBezTo>
                  <a:cubicBezTo>
                    <a:pt x="353568" y="274447"/>
                    <a:pt x="274447" y="353568"/>
                    <a:pt x="176784" y="353568"/>
                  </a:cubicBezTo>
                  <a:cubicBezTo>
                    <a:pt x="79121" y="353568"/>
                    <a:pt x="0" y="274447"/>
                    <a:pt x="0" y="176784"/>
                  </a:cubicBezTo>
                  <a:close/>
                </a:path>
              </a:pathLst>
            </a:custGeom>
            <a:solidFill>
              <a:srgbClr val="49707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996160" y="4020617"/>
            <a:ext cx="265176" cy="246888"/>
            <a:chOff x="0" y="0"/>
            <a:chExt cx="353568" cy="3291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3568" cy="329184"/>
            </a:xfrm>
            <a:custGeom>
              <a:avLst/>
              <a:gdLst/>
              <a:ahLst/>
              <a:cxnLst/>
              <a:rect r="r" b="b" t="t" l="l"/>
              <a:pathLst>
                <a:path h="329184" w="353568">
                  <a:moveTo>
                    <a:pt x="0" y="0"/>
                  </a:moveTo>
                  <a:lnTo>
                    <a:pt x="353568" y="0"/>
                  </a:lnTo>
                  <a:lnTo>
                    <a:pt x="35356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69455" t="0" r="-69455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353568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352776" y="3986784"/>
            <a:ext cx="1874520" cy="338328"/>
            <a:chOff x="0" y="0"/>
            <a:chExt cx="2499360" cy="45110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99359" cy="451104"/>
            </a:xfrm>
            <a:custGeom>
              <a:avLst/>
              <a:gdLst/>
              <a:ahLst/>
              <a:cxnLst/>
              <a:rect r="r" b="b" t="t" l="l"/>
              <a:pathLst>
                <a:path h="451104" w="2499359">
                  <a:moveTo>
                    <a:pt x="0" y="0"/>
                  </a:moveTo>
                  <a:lnTo>
                    <a:pt x="2499359" y="0"/>
                  </a:lnTo>
                  <a:lnTo>
                    <a:pt x="2499359" y="451104"/>
                  </a:lnTo>
                  <a:lnTo>
                    <a:pt x="0" y="45110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7957" r="0" b="-5795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2499360" cy="470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49707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LAW FIRM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974062" y="4732782"/>
            <a:ext cx="2293620" cy="3098292"/>
            <a:chOff x="0" y="0"/>
            <a:chExt cx="3058160" cy="41310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058160" cy="4131056"/>
            </a:xfrm>
            <a:custGeom>
              <a:avLst/>
              <a:gdLst/>
              <a:ahLst/>
              <a:cxnLst/>
              <a:rect r="r" b="b" t="t" l="l"/>
              <a:pathLst>
                <a:path h="4131056" w="3058160">
                  <a:moveTo>
                    <a:pt x="0" y="367030"/>
                  </a:moveTo>
                  <a:cubicBezTo>
                    <a:pt x="0" y="164338"/>
                    <a:pt x="164338" y="0"/>
                    <a:pt x="367030" y="0"/>
                  </a:cubicBezTo>
                  <a:lnTo>
                    <a:pt x="2691130" y="0"/>
                  </a:lnTo>
                  <a:cubicBezTo>
                    <a:pt x="2893822" y="0"/>
                    <a:pt x="3058160" y="164338"/>
                    <a:pt x="3058160" y="367030"/>
                  </a:cubicBezTo>
                  <a:lnTo>
                    <a:pt x="3058160" y="3764026"/>
                  </a:lnTo>
                  <a:cubicBezTo>
                    <a:pt x="3058160" y="3966718"/>
                    <a:pt x="2893822" y="4131056"/>
                    <a:pt x="2691130" y="4131056"/>
                  </a:cubicBezTo>
                  <a:lnTo>
                    <a:pt x="367030" y="4131056"/>
                  </a:lnTo>
                  <a:cubicBezTo>
                    <a:pt x="164338" y="4131056"/>
                    <a:pt x="0" y="3966718"/>
                    <a:pt x="0" y="3764026"/>
                  </a:cubicBez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CED9D9"/>
              </a:solidFill>
              <a:prstDash val="solid"/>
              <a:miter/>
            </a:ln>
          </p:spPr>
        </p:sp>
      </p:grpSp>
      <p:sp>
        <p:nvSpPr>
          <p:cNvPr name="AutoShape 38" id="38"/>
          <p:cNvSpPr/>
          <p:nvPr/>
        </p:nvSpPr>
        <p:spPr>
          <a:xfrm rot="5225220">
            <a:off x="15845942" y="5216271"/>
            <a:ext cx="549859" cy="0"/>
          </a:xfrm>
          <a:prstGeom prst="line">
            <a:avLst/>
          </a:prstGeom>
          <a:ln cap="rnd" w="19050">
            <a:solidFill>
              <a:srgbClr val="4970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 rot="101880">
            <a:off x="15649499" y="5138547"/>
            <a:ext cx="942756" cy="0"/>
          </a:xfrm>
          <a:prstGeom prst="line">
            <a:avLst/>
          </a:prstGeom>
          <a:ln cap="rnd" w="19050">
            <a:solidFill>
              <a:srgbClr val="4970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rot="5145420">
            <a:off x="15635507" y="5257419"/>
            <a:ext cx="257499" cy="0"/>
          </a:xfrm>
          <a:prstGeom prst="line">
            <a:avLst/>
          </a:prstGeom>
          <a:ln cap="rnd" w="19050">
            <a:solidFill>
              <a:srgbClr val="4970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rot="5145420">
            <a:off x="16330451" y="5257419"/>
            <a:ext cx="257499" cy="0"/>
          </a:xfrm>
          <a:prstGeom prst="line">
            <a:avLst/>
          </a:prstGeom>
          <a:ln cap="rnd" w="19050">
            <a:solidFill>
              <a:srgbClr val="4970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rot="210660">
            <a:off x="15598340" y="5376291"/>
            <a:ext cx="331841" cy="0"/>
          </a:xfrm>
          <a:prstGeom prst="line">
            <a:avLst/>
          </a:prstGeom>
          <a:ln cap="rnd" w="19050">
            <a:solidFill>
              <a:srgbClr val="4970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rot="216600">
            <a:off x="16302418" y="5376291"/>
            <a:ext cx="322717" cy="0"/>
          </a:xfrm>
          <a:prstGeom prst="line">
            <a:avLst/>
          </a:prstGeom>
          <a:ln cap="rnd" w="19050">
            <a:solidFill>
              <a:srgbClr val="4970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rot="154380">
            <a:off x="15823778" y="5550027"/>
            <a:ext cx="594198" cy="0"/>
          </a:xfrm>
          <a:prstGeom prst="line">
            <a:avLst/>
          </a:prstGeom>
          <a:ln cap="rnd" w="19050">
            <a:solidFill>
              <a:srgbClr val="49707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15124176" y="5769864"/>
            <a:ext cx="1993392" cy="402336"/>
            <a:chOff x="0" y="0"/>
            <a:chExt cx="2657856" cy="53644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657856" cy="536448"/>
            </a:xfrm>
            <a:custGeom>
              <a:avLst/>
              <a:gdLst/>
              <a:ahLst/>
              <a:cxnLst/>
              <a:rect r="r" b="b" t="t" l="l"/>
              <a:pathLst>
                <a:path h="536448" w="2657856">
                  <a:moveTo>
                    <a:pt x="0" y="0"/>
                  </a:moveTo>
                  <a:lnTo>
                    <a:pt x="2657856" y="0"/>
                  </a:lnTo>
                  <a:lnTo>
                    <a:pt x="2657856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6539" r="0" b="-4653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2657856" cy="555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20343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LEGAL REVIEW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133320" y="6245352"/>
            <a:ext cx="1965960" cy="603504"/>
            <a:chOff x="0" y="0"/>
            <a:chExt cx="2621280" cy="80467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621280" cy="804672"/>
            </a:xfrm>
            <a:custGeom>
              <a:avLst/>
              <a:gdLst/>
              <a:ahLst/>
              <a:cxnLst/>
              <a:rect r="r" b="b" t="t" l="l"/>
              <a:pathLst>
                <a:path h="804672" w="2621280">
                  <a:moveTo>
                    <a:pt x="0" y="0"/>
                  </a:moveTo>
                  <a:lnTo>
                    <a:pt x="2621280" y="0"/>
                  </a:lnTo>
                  <a:lnTo>
                    <a:pt x="26212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3473" r="0" b="-1347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26212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>
                  <a:solidFill>
                    <a:srgbClr val="697377"/>
                  </a:solidFill>
                  <a:latin typeface="Poppins"/>
                  <a:ea typeface="Poppins"/>
                  <a:cs typeface="Poppins"/>
                  <a:sym typeface="Poppins"/>
                </a:rPr>
                <a:t>Lawyer validates the</a:t>
              </a:r>
            </a:p>
            <a:p>
              <a:pPr algn="ctr">
                <a:lnSpc>
                  <a:spcPts val="1379"/>
                </a:lnSpc>
              </a:pPr>
              <a:r>
                <a:rPr lang="en-US" sz="1149">
                  <a:solidFill>
                    <a:srgbClr val="697377"/>
                  </a:solidFill>
                  <a:latin typeface="Poppins"/>
                  <a:ea typeface="Poppins"/>
                  <a:cs typeface="Poppins"/>
                  <a:sym typeface="Poppins"/>
                </a:rPr>
                <a:t>evidence pack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5206472" y="6940296"/>
            <a:ext cx="1847088" cy="365760"/>
            <a:chOff x="0" y="0"/>
            <a:chExt cx="2462784" cy="4876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462784" cy="487680"/>
            </a:xfrm>
            <a:custGeom>
              <a:avLst/>
              <a:gdLst/>
              <a:ahLst/>
              <a:cxnLst/>
              <a:rect r="r" b="b" t="t" l="l"/>
              <a:pathLst>
                <a:path h="487680" w="2462784">
                  <a:moveTo>
                    <a:pt x="0" y="58547"/>
                  </a:moveTo>
                  <a:cubicBezTo>
                    <a:pt x="0" y="26162"/>
                    <a:pt x="26162" y="0"/>
                    <a:pt x="58547" y="0"/>
                  </a:cubicBezTo>
                  <a:lnTo>
                    <a:pt x="2404237" y="0"/>
                  </a:lnTo>
                  <a:cubicBezTo>
                    <a:pt x="2436495" y="0"/>
                    <a:pt x="2462784" y="26162"/>
                    <a:pt x="2462784" y="58547"/>
                  </a:cubicBezTo>
                  <a:lnTo>
                    <a:pt x="2462784" y="429133"/>
                  </a:lnTo>
                  <a:cubicBezTo>
                    <a:pt x="2462784" y="461391"/>
                    <a:pt x="2436622" y="487680"/>
                    <a:pt x="2404237" y="487680"/>
                  </a:cubicBezTo>
                  <a:lnTo>
                    <a:pt x="58547" y="487680"/>
                  </a:lnTo>
                  <a:cubicBezTo>
                    <a:pt x="26162" y="487680"/>
                    <a:pt x="0" y="461518"/>
                    <a:pt x="0" y="429133"/>
                  </a:cubicBezTo>
                  <a:close/>
                </a:path>
              </a:pathLst>
            </a:custGeom>
            <a:solidFill>
              <a:srgbClr val="E3F0E9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5279624" y="6940296"/>
            <a:ext cx="1700784" cy="365760"/>
            <a:chOff x="0" y="0"/>
            <a:chExt cx="2267712" cy="4876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67712" cy="487680"/>
            </a:xfrm>
            <a:custGeom>
              <a:avLst/>
              <a:gdLst/>
              <a:ahLst/>
              <a:cxnLst/>
              <a:rect r="r" b="b" t="t" l="l"/>
              <a:pathLst>
                <a:path h="487680" w="2267712">
                  <a:moveTo>
                    <a:pt x="0" y="0"/>
                  </a:moveTo>
                  <a:lnTo>
                    <a:pt x="2267712" y="0"/>
                  </a:lnTo>
                  <a:lnTo>
                    <a:pt x="226771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0605" r="0" b="-4060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2267712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96"/>
                </a:lnSpc>
              </a:pPr>
              <a:r>
                <a:rPr lang="en-US" sz="1080" b="true">
                  <a:solidFill>
                    <a:srgbClr val="3C766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LEGAL CERTIFICATION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124176" y="7379208"/>
            <a:ext cx="2011680" cy="356616"/>
            <a:chOff x="0" y="0"/>
            <a:chExt cx="2682240" cy="4754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682240" cy="475488"/>
            </a:xfrm>
            <a:custGeom>
              <a:avLst/>
              <a:gdLst/>
              <a:ahLst/>
              <a:cxnLst/>
              <a:rect r="r" b="b" t="t" l="l"/>
              <a:pathLst>
                <a:path h="475488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9915" r="0" b="-5991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2682240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12"/>
                </a:lnSpc>
              </a:pPr>
              <a:r>
                <a:rPr lang="en-US" sz="1010">
                  <a:solidFill>
                    <a:srgbClr val="697377"/>
                  </a:solidFill>
                  <a:latin typeface="Poppins"/>
                  <a:ea typeface="Poppins"/>
                  <a:cs typeface="Poppins"/>
                  <a:sym typeface="Poppins"/>
                </a:rPr>
                <a:t>When requirements are met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52599" y="3760975"/>
            <a:ext cx="13618969" cy="4365241"/>
            <a:chOff x="0" y="0"/>
            <a:chExt cx="18158625" cy="582032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158713" cy="5820410"/>
            </a:xfrm>
            <a:custGeom>
              <a:avLst/>
              <a:gdLst/>
              <a:ahLst/>
              <a:cxnLst/>
              <a:rect r="r" b="b" t="t" l="l"/>
              <a:pathLst>
                <a:path h="5820410" w="18158713">
                  <a:moveTo>
                    <a:pt x="0" y="698500"/>
                  </a:moveTo>
                  <a:cubicBezTo>
                    <a:pt x="0" y="312674"/>
                    <a:pt x="312674" y="0"/>
                    <a:pt x="698500" y="0"/>
                  </a:cubicBezTo>
                  <a:lnTo>
                    <a:pt x="17460213" y="0"/>
                  </a:lnTo>
                  <a:cubicBezTo>
                    <a:pt x="17845912" y="0"/>
                    <a:pt x="18158713" y="312674"/>
                    <a:pt x="18158713" y="698500"/>
                  </a:cubicBezTo>
                  <a:lnTo>
                    <a:pt x="18158713" y="5121910"/>
                  </a:lnTo>
                  <a:cubicBezTo>
                    <a:pt x="18158713" y="5507609"/>
                    <a:pt x="17846039" y="5820410"/>
                    <a:pt x="17460213" y="5820410"/>
                  </a:cubicBezTo>
                  <a:lnTo>
                    <a:pt x="698500" y="5820410"/>
                  </a:lnTo>
                  <a:cubicBezTo>
                    <a:pt x="312801" y="5820410"/>
                    <a:pt x="0" y="5507736"/>
                    <a:pt x="0" y="5121910"/>
                  </a:cubicBezTo>
                  <a:close/>
                </a:path>
              </a:pathLst>
            </a:custGeom>
            <a:solidFill>
              <a:srgbClr val="F5F8F8"/>
            </a:solidFill>
            <a:ln w="12700" cap="sq">
              <a:solidFill>
                <a:srgbClr val="D1DDDE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124712" y="4041648"/>
            <a:ext cx="265176" cy="265176"/>
            <a:chOff x="0" y="0"/>
            <a:chExt cx="353568" cy="35356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53568" cy="353568"/>
            </a:xfrm>
            <a:custGeom>
              <a:avLst/>
              <a:gdLst/>
              <a:ahLst/>
              <a:cxnLst/>
              <a:rect r="r" b="b" t="t" l="l"/>
              <a:pathLst>
                <a:path h="353568" w="353568">
                  <a:moveTo>
                    <a:pt x="0" y="176784"/>
                  </a:moveTo>
                  <a:cubicBezTo>
                    <a:pt x="0" y="79121"/>
                    <a:pt x="79121" y="0"/>
                    <a:pt x="176784" y="0"/>
                  </a:cubicBezTo>
                  <a:cubicBezTo>
                    <a:pt x="274447" y="0"/>
                    <a:pt x="353568" y="79121"/>
                    <a:pt x="353568" y="176784"/>
                  </a:cubicBezTo>
                  <a:cubicBezTo>
                    <a:pt x="353568" y="274447"/>
                    <a:pt x="274447" y="353568"/>
                    <a:pt x="176784" y="353568"/>
                  </a:cubicBezTo>
                  <a:cubicBezTo>
                    <a:pt x="79121" y="353568"/>
                    <a:pt x="0" y="274447"/>
                    <a:pt x="0" y="176784"/>
                  </a:cubicBezTo>
                  <a:close/>
                </a:path>
              </a:pathLst>
            </a:custGeom>
            <a:solidFill>
              <a:srgbClr val="E8F2F2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65860" y="4045306"/>
            <a:ext cx="192024" cy="228600"/>
            <a:chOff x="0" y="0"/>
            <a:chExt cx="256032" cy="304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56032" cy="304800"/>
            </a:xfrm>
            <a:custGeom>
              <a:avLst/>
              <a:gdLst/>
              <a:ahLst/>
              <a:cxnLst/>
              <a:rect r="r" b="b" t="t" l="l"/>
              <a:pathLst>
                <a:path h="304800" w="256032">
                  <a:moveTo>
                    <a:pt x="0" y="0"/>
                  </a:moveTo>
                  <a:lnTo>
                    <a:pt x="256032" y="0"/>
                  </a:lnTo>
                  <a:lnTo>
                    <a:pt x="256032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02742" t="0" r="-102742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256032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315D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↻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508760" y="4005072"/>
            <a:ext cx="4663440" cy="320040"/>
            <a:chOff x="0" y="0"/>
            <a:chExt cx="6217920" cy="4267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217920" cy="426720"/>
            </a:xfrm>
            <a:custGeom>
              <a:avLst/>
              <a:gdLst/>
              <a:ahLst/>
              <a:cxnLst/>
              <a:rect r="r" b="b" t="t" l="l"/>
              <a:pathLst>
                <a:path h="4267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426720"/>
                  </a:lnTo>
                  <a:lnTo>
                    <a:pt x="0" y="4267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6217920" cy="436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51"/>
                </a:lnSpc>
              </a:pPr>
              <a:r>
                <a:rPr lang="en-US" sz="1209" b="true">
                  <a:solidFill>
                    <a:srgbClr val="315D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REPEAT UNTIL NO GAPS REMAIN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37285" y="4547997"/>
            <a:ext cx="4674870" cy="2077974"/>
            <a:chOff x="0" y="0"/>
            <a:chExt cx="6233160" cy="277063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233160" cy="2770632"/>
            </a:xfrm>
            <a:custGeom>
              <a:avLst/>
              <a:gdLst/>
              <a:ahLst/>
              <a:cxnLst/>
              <a:rect r="r" b="b" t="t" l="l"/>
              <a:pathLst>
                <a:path h="2770632" w="6233160">
                  <a:moveTo>
                    <a:pt x="0" y="332486"/>
                  </a:moveTo>
                  <a:cubicBezTo>
                    <a:pt x="0" y="148844"/>
                    <a:pt x="148844" y="0"/>
                    <a:pt x="332486" y="0"/>
                  </a:cubicBezTo>
                  <a:lnTo>
                    <a:pt x="5900674" y="0"/>
                  </a:lnTo>
                  <a:cubicBezTo>
                    <a:pt x="6084316" y="0"/>
                    <a:pt x="6233160" y="148844"/>
                    <a:pt x="6233160" y="332486"/>
                  </a:cubicBezTo>
                  <a:lnTo>
                    <a:pt x="6233160" y="2438146"/>
                  </a:lnTo>
                  <a:cubicBezTo>
                    <a:pt x="6233160" y="2621788"/>
                    <a:pt x="6084316" y="2770632"/>
                    <a:pt x="5900674" y="2770632"/>
                  </a:cubicBezTo>
                  <a:lnTo>
                    <a:pt x="332486" y="2770632"/>
                  </a:lnTo>
                  <a:cubicBezTo>
                    <a:pt x="148844" y="2770632"/>
                    <a:pt x="0" y="2621788"/>
                    <a:pt x="0" y="2438146"/>
                  </a:cubicBezTo>
                  <a:close/>
                </a:path>
              </a:pathLst>
            </a:custGeom>
            <a:solidFill>
              <a:srgbClr val="FFFFFF"/>
            </a:solidFill>
            <a:ln w="11430" cap="sq">
              <a:solidFill>
                <a:srgbClr val="D1DDDE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161288" y="4572000"/>
            <a:ext cx="4626864" cy="502920"/>
            <a:chOff x="0" y="0"/>
            <a:chExt cx="6169152" cy="6705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169152" cy="670433"/>
            </a:xfrm>
            <a:custGeom>
              <a:avLst/>
              <a:gdLst/>
              <a:ahLst/>
              <a:cxnLst/>
              <a:rect r="r" b="b" t="t" l="l"/>
              <a:pathLst>
                <a:path h="670433" w="6169152">
                  <a:moveTo>
                    <a:pt x="0" y="305054"/>
                  </a:moveTo>
                  <a:cubicBezTo>
                    <a:pt x="0" y="136652"/>
                    <a:pt x="136652" y="0"/>
                    <a:pt x="305054" y="0"/>
                  </a:cubicBezTo>
                  <a:lnTo>
                    <a:pt x="5864098" y="0"/>
                  </a:lnTo>
                  <a:cubicBezTo>
                    <a:pt x="6032500" y="0"/>
                    <a:pt x="6169152" y="136652"/>
                    <a:pt x="6169152" y="305054"/>
                  </a:cubicBezTo>
                  <a:lnTo>
                    <a:pt x="6169152" y="365379"/>
                  </a:lnTo>
                  <a:cubicBezTo>
                    <a:pt x="6169152" y="533908"/>
                    <a:pt x="6032500" y="670433"/>
                    <a:pt x="5864098" y="670433"/>
                  </a:cubicBezTo>
                  <a:lnTo>
                    <a:pt x="305054" y="670433"/>
                  </a:lnTo>
                  <a:cubicBezTo>
                    <a:pt x="136652" y="670560"/>
                    <a:pt x="0" y="533908"/>
                    <a:pt x="0" y="365506"/>
                  </a:cubicBezTo>
                  <a:close/>
                </a:path>
              </a:pathLst>
            </a:custGeom>
            <a:solidFill>
              <a:srgbClr val="E8F2F2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161288" y="4910328"/>
            <a:ext cx="4626864" cy="182880"/>
            <a:chOff x="0" y="0"/>
            <a:chExt cx="6169152" cy="2438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169152" cy="243840"/>
            </a:xfrm>
            <a:custGeom>
              <a:avLst/>
              <a:gdLst/>
              <a:ahLst/>
              <a:cxnLst/>
              <a:rect r="r" b="b" t="t" l="l"/>
              <a:pathLst>
                <a:path h="243840" w="6169152">
                  <a:moveTo>
                    <a:pt x="0" y="0"/>
                  </a:moveTo>
                  <a:lnTo>
                    <a:pt x="6169152" y="0"/>
                  </a:lnTo>
                  <a:lnTo>
                    <a:pt x="616915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8F2F2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473708" y="4742688"/>
            <a:ext cx="252984" cy="298704"/>
            <a:chOff x="0" y="0"/>
            <a:chExt cx="337312" cy="39827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37312" cy="398272"/>
            </a:xfrm>
            <a:custGeom>
              <a:avLst/>
              <a:gdLst/>
              <a:ahLst/>
              <a:cxnLst/>
              <a:rect r="r" b="b" t="t" l="l"/>
              <a:pathLst>
                <a:path h="398272" w="337312">
                  <a:moveTo>
                    <a:pt x="0" y="0"/>
                  </a:moveTo>
                  <a:lnTo>
                    <a:pt x="337312" y="0"/>
                  </a:lnTo>
                  <a:lnTo>
                    <a:pt x="337312" y="398272"/>
                  </a:lnTo>
                  <a:lnTo>
                    <a:pt x="0" y="398272"/>
                  </a:ln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436E75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427988" y="4701540"/>
            <a:ext cx="252984" cy="298704"/>
            <a:chOff x="0" y="0"/>
            <a:chExt cx="337312" cy="39827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37312" cy="398272"/>
            </a:xfrm>
            <a:custGeom>
              <a:avLst/>
              <a:gdLst/>
              <a:ahLst/>
              <a:cxnLst/>
              <a:rect r="r" b="b" t="t" l="l"/>
              <a:pathLst>
                <a:path h="398272" w="337312">
                  <a:moveTo>
                    <a:pt x="0" y="0"/>
                  </a:moveTo>
                  <a:lnTo>
                    <a:pt x="337312" y="0"/>
                  </a:lnTo>
                  <a:lnTo>
                    <a:pt x="337312" y="398272"/>
                  </a:lnTo>
                  <a:lnTo>
                    <a:pt x="0" y="398272"/>
                  </a:ln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436E75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382268" y="4651248"/>
            <a:ext cx="252984" cy="298704"/>
            <a:chOff x="0" y="0"/>
            <a:chExt cx="337312" cy="39827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37312" cy="398272"/>
            </a:xfrm>
            <a:custGeom>
              <a:avLst/>
              <a:gdLst/>
              <a:ahLst/>
              <a:cxnLst/>
              <a:rect r="r" b="b" t="t" l="l"/>
              <a:pathLst>
                <a:path h="398272" w="337312">
                  <a:moveTo>
                    <a:pt x="0" y="0"/>
                  </a:moveTo>
                  <a:lnTo>
                    <a:pt x="337312" y="0"/>
                  </a:lnTo>
                  <a:lnTo>
                    <a:pt x="337312" y="398272"/>
                  </a:lnTo>
                  <a:lnTo>
                    <a:pt x="0" y="398272"/>
                  </a:ln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436E75"/>
              </a:solidFill>
              <a:prstDash val="solid"/>
              <a:miter/>
            </a:ln>
          </p:spPr>
        </p:sp>
      </p:grpSp>
      <p:sp>
        <p:nvSpPr>
          <p:cNvPr name="AutoShape 81" id="81"/>
          <p:cNvSpPr/>
          <p:nvPr/>
        </p:nvSpPr>
        <p:spPr>
          <a:xfrm rot="376260">
            <a:off x="1432141" y="4750118"/>
            <a:ext cx="139522" cy="0"/>
          </a:xfrm>
          <a:prstGeom prst="line">
            <a:avLst/>
          </a:prstGeom>
          <a:ln cap="rnd" w="9525">
            <a:solidFill>
              <a:srgbClr val="436E7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rot="376260">
            <a:off x="1432141" y="4814126"/>
            <a:ext cx="139522" cy="0"/>
          </a:xfrm>
          <a:prstGeom prst="line">
            <a:avLst/>
          </a:prstGeom>
          <a:ln cap="rnd" w="9525">
            <a:solidFill>
              <a:srgbClr val="436E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3" id="83"/>
          <p:cNvGrpSpPr/>
          <p:nvPr/>
        </p:nvGrpSpPr>
        <p:grpSpPr>
          <a:xfrm rot="0">
            <a:off x="1856232" y="4654296"/>
            <a:ext cx="3145536" cy="338328"/>
            <a:chOff x="0" y="0"/>
            <a:chExt cx="4194048" cy="45110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194048" cy="451104"/>
            </a:xfrm>
            <a:custGeom>
              <a:avLst/>
              <a:gdLst/>
              <a:ahLst/>
              <a:cxnLst/>
              <a:rect r="r" b="b" t="t" l="l"/>
              <a:pathLst>
                <a:path h="451104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451104"/>
                  </a:lnTo>
                  <a:lnTo>
                    <a:pt x="0" y="45110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31158" r="0" b="-13115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4194048" cy="470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11"/>
                </a:lnSpc>
              </a:pPr>
              <a:r>
                <a:rPr lang="en-US" sz="1509" b="true">
                  <a:solidFill>
                    <a:srgbClr val="263C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COMPANY CONTEXT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4645152" y="4686300"/>
            <a:ext cx="1097280" cy="246888"/>
            <a:chOff x="0" y="0"/>
            <a:chExt cx="1463040" cy="3291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463040" cy="329184"/>
            </a:xfrm>
            <a:custGeom>
              <a:avLst/>
              <a:gdLst/>
              <a:ahLst/>
              <a:cxnLst/>
              <a:rect r="r" b="b" t="t" l="l"/>
              <a:pathLst>
                <a:path h="329184" w="1463040">
                  <a:moveTo>
                    <a:pt x="0" y="39497"/>
                  </a:moveTo>
                  <a:cubicBezTo>
                    <a:pt x="0" y="17653"/>
                    <a:pt x="17653" y="0"/>
                    <a:pt x="39497" y="0"/>
                  </a:cubicBezTo>
                  <a:lnTo>
                    <a:pt x="1423543" y="0"/>
                  </a:lnTo>
                  <a:cubicBezTo>
                    <a:pt x="1445387" y="0"/>
                    <a:pt x="1463040" y="17653"/>
                    <a:pt x="1463040" y="39497"/>
                  </a:cubicBezTo>
                  <a:lnTo>
                    <a:pt x="1463040" y="289687"/>
                  </a:lnTo>
                  <a:cubicBezTo>
                    <a:pt x="1463040" y="311531"/>
                    <a:pt x="1445387" y="329184"/>
                    <a:pt x="1423543" y="329184"/>
                  </a:cubicBezTo>
                  <a:lnTo>
                    <a:pt x="39497" y="329184"/>
                  </a:lnTo>
                  <a:cubicBezTo>
                    <a:pt x="17653" y="329184"/>
                    <a:pt x="0" y="311531"/>
                    <a:pt x="0" y="2896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4700016" y="4686300"/>
            <a:ext cx="987552" cy="246888"/>
            <a:chOff x="0" y="0"/>
            <a:chExt cx="1316736" cy="32918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316736" cy="329184"/>
            </a:xfrm>
            <a:custGeom>
              <a:avLst/>
              <a:gdLst/>
              <a:ahLst/>
              <a:cxnLst/>
              <a:rect r="r" b="b" t="t" l="l"/>
              <a:pathLst>
                <a:path h="329184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1316736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16"/>
                </a:lnSpc>
              </a:pPr>
              <a:r>
                <a:rPr lang="en-US" sz="930" b="true">
                  <a:solidFill>
                    <a:srgbClr val="315D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Version X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453896" y="5318150"/>
            <a:ext cx="173736" cy="173736"/>
            <a:chOff x="0" y="0"/>
            <a:chExt cx="231648" cy="23164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0" y="115824"/>
                  </a:moveTo>
                  <a:cubicBezTo>
                    <a:pt x="0" y="51816"/>
                    <a:pt x="51816" y="0"/>
                    <a:pt x="115824" y="0"/>
                  </a:cubicBezTo>
                  <a:cubicBezTo>
                    <a:pt x="179832" y="0"/>
                    <a:pt x="231648" y="51816"/>
                    <a:pt x="231648" y="115824"/>
                  </a:cubicBezTo>
                  <a:cubicBezTo>
                    <a:pt x="231648" y="179832"/>
                    <a:pt x="179832" y="231648"/>
                    <a:pt x="115824" y="231648"/>
                  </a:cubicBezTo>
                  <a:cubicBezTo>
                    <a:pt x="51816" y="231648"/>
                    <a:pt x="0" y="179832"/>
                    <a:pt x="0" y="115824"/>
                  </a:cubicBezTo>
                  <a:close/>
                </a:path>
              </a:pathLst>
            </a:custGeom>
            <a:solidFill>
              <a:srgbClr val="E8F2F2"/>
            </a:solidFill>
          </p:spPr>
        </p:sp>
      </p:grpSp>
      <p:sp>
        <p:nvSpPr>
          <p:cNvPr name="AutoShape 93" id="93"/>
          <p:cNvSpPr/>
          <p:nvPr/>
        </p:nvSpPr>
        <p:spPr>
          <a:xfrm rot="3017400">
            <a:off x="1475489" y="5403685"/>
            <a:ext cx="59265" cy="0"/>
          </a:xfrm>
          <a:prstGeom prst="line">
            <a:avLst/>
          </a:prstGeom>
          <a:ln cap="rnd" w="9525">
            <a:solidFill>
              <a:srgbClr val="436E7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4" id="94"/>
          <p:cNvSpPr/>
          <p:nvPr/>
        </p:nvSpPr>
        <p:spPr>
          <a:xfrm rot="-2814780">
            <a:off x="1488234" y="5380501"/>
            <a:ext cx="125911" cy="0"/>
          </a:xfrm>
          <a:prstGeom prst="line">
            <a:avLst/>
          </a:prstGeom>
          <a:ln cap="rnd" w="9525">
            <a:solidFill>
              <a:srgbClr val="436E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5" id="95"/>
          <p:cNvGrpSpPr/>
          <p:nvPr/>
        </p:nvGrpSpPr>
        <p:grpSpPr>
          <a:xfrm rot="0">
            <a:off x="1746504" y="5298948"/>
            <a:ext cx="2048256" cy="201168"/>
            <a:chOff x="0" y="0"/>
            <a:chExt cx="2731008" cy="26822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731008" cy="268224"/>
            </a:xfrm>
            <a:custGeom>
              <a:avLst/>
              <a:gdLst/>
              <a:ahLst/>
              <a:cxnLst/>
              <a:rect r="r" b="b" t="t" l="l"/>
              <a:pathLst>
                <a:path h="268224" w="2731008">
                  <a:moveTo>
                    <a:pt x="0" y="0"/>
                  </a:moveTo>
                  <a:lnTo>
                    <a:pt x="2731008" y="0"/>
                  </a:lnTo>
                  <a:lnTo>
                    <a:pt x="2731008" y="268224"/>
                  </a:lnTo>
                  <a:lnTo>
                    <a:pt x="0" y="26822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48393" r="0" b="-14839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2731008" cy="2872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"/>
                </a:lnSpc>
              </a:pPr>
              <a:r>
                <a:rPr lang="en-US" sz="1119">
                  <a:solidFill>
                    <a:srgbClr val="263C40"/>
                  </a:solidFill>
                  <a:latin typeface="Poppins"/>
                  <a:ea typeface="Poppins"/>
                  <a:cs typeface="Poppins"/>
                  <a:sym typeface="Poppins"/>
                </a:rPr>
                <a:t>Product / scope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3968496" y="5352898"/>
            <a:ext cx="1399032" cy="84125"/>
            <a:chOff x="0" y="0"/>
            <a:chExt cx="1865376" cy="11216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865376" cy="112141"/>
            </a:xfrm>
            <a:custGeom>
              <a:avLst/>
              <a:gdLst/>
              <a:ahLst/>
              <a:cxnLst/>
              <a:rect r="r" b="b" t="t" l="l"/>
              <a:pathLst>
                <a:path h="112141" w="1865376">
                  <a:moveTo>
                    <a:pt x="0" y="13462"/>
                  </a:moveTo>
                  <a:cubicBezTo>
                    <a:pt x="0" y="5969"/>
                    <a:pt x="5969" y="0"/>
                    <a:pt x="13462" y="0"/>
                  </a:cubicBezTo>
                  <a:lnTo>
                    <a:pt x="1851914" y="0"/>
                  </a:lnTo>
                  <a:cubicBezTo>
                    <a:pt x="1859407" y="0"/>
                    <a:pt x="1865376" y="5969"/>
                    <a:pt x="1865376" y="13462"/>
                  </a:cubicBezTo>
                  <a:lnTo>
                    <a:pt x="1865376" y="98679"/>
                  </a:lnTo>
                  <a:cubicBezTo>
                    <a:pt x="1865376" y="106172"/>
                    <a:pt x="1859407" y="112141"/>
                    <a:pt x="1851914" y="112141"/>
                  </a:cubicBezTo>
                  <a:lnTo>
                    <a:pt x="13462" y="112141"/>
                  </a:lnTo>
                  <a:cubicBezTo>
                    <a:pt x="5969" y="112141"/>
                    <a:pt x="0" y="106172"/>
                    <a:pt x="0" y="98679"/>
                  </a:cubicBezTo>
                  <a:close/>
                </a:path>
              </a:pathLst>
            </a:custGeom>
            <a:solidFill>
              <a:srgbClr val="F2F5F5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3968496" y="5352898"/>
            <a:ext cx="1088136" cy="84125"/>
            <a:chOff x="0" y="0"/>
            <a:chExt cx="1450848" cy="11216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450848" cy="112141"/>
            </a:xfrm>
            <a:custGeom>
              <a:avLst/>
              <a:gdLst/>
              <a:ahLst/>
              <a:cxnLst/>
              <a:rect r="r" b="b" t="t" l="l"/>
              <a:pathLst>
                <a:path h="112141" w="1450848">
                  <a:moveTo>
                    <a:pt x="0" y="13462"/>
                  </a:moveTo>
                  <a:cubicBezTo>
                    <a:pt x="0" y="5969"/>
                    <a:pt x="5969" y="0"/>
                    <a:pt x="13462" y="0"/>
                  </a:cubicBezTo>
                  <a:lnTo>
                    <a:pt x="1437386" y="0"/>
                  </a:lnTo>
                  <a:cubicBezTo>
                    <a:pt x="1444879" y="0"/>
                    <a:pt x="1450848" y="5969"/>
                    <a:pt x="1450848" y="13462"/>
                  </a:cubicBezTo>
                  <a:lnTo>
                    <a:pt x="1450848" y="98679"/>
                  </a:lnTo>
                  <a:cubicBezTo>
                    <a:pt x="1450848" y="106172"/>
                    <a:pt x="1444879" y="112141"/>
                    <a:pt x="1437386" y="112141"/>
                  </a:cubicBezTo>
                  <a:lnTo>
                    <a:pt x="13462" y="112141"/>
                  </a:lnTo>
                  <a:cubicBezTo>
                    <a:pt x="5969" y="112141"/>
                    <a:pt x="0" y="106172"/>
                    <a:pt x="0" y="98679"/>
                  </a:cubicBezTo>
                  <a:close/>
                </a:path>
              </a:pathLst>
            </a:custGeom>
            <a:solidFill>
              <a:srgbClr val="B7D3D4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453896" y="5629046"/>
            <a:ext cx="173736" cy="173736"/>
            <a:chOff x="0" y="0"/>
            <a:chExt cx="231648" cy="23164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0" y="115824"/>
                  </a:moveTo>
                  <a:cubicBezTo>
                    <a:pt x="0" y="51816"/>
                    <a:pt x="51816" y="0"/>
                    <a:pt x="115824" y="0"/>
                  </a:cubicBezTo>
                  <a:cubicBezTo>
                    <a:pt x="179832" y="0"/>
                    <a:pt x="231648" y="51816"/>
                    <a:pt x="231648" y="115824"/>
                  </a:cubicBezTo>
                  <a:cubicBezTo>
                    <a:pt x="231648" y="179832"/>
                    <a:pt x="179832" y="231648"/>
                    <a:pt x="115824" y="231648"/>
                  </a:cubicBezTo>
                  <a:cubicBezTo>
                    <a:pt x="51816" y="231648"/>
                    <a:pt x="0" y="179832"/>
                    <a:pt x="0" y="115824"/>
                  </a:cubicBezTo>
                  <a:close/>
                </a:path>
              </a:pathLst>
            </a:custGeom>
            <a:solidFill>
              <a:srgbClr val="E8F2F2"/>
            </a:solidFill>
          </p:spPr>
        </p:sp>
      </p:grpSp>
      <p:sp>
        <p:nvSpPr>
          <p:cNvPr name="AutoShape 104" id="104"/>
          <p:cNvSpPr/>
          <p:nvPr/>
        </p:nvSpPr>
        <p:spPr>
          <a:xfrm rot="3017400">
            <a:off x="1475489" y="5714581"/>
            <a:ext cx="59265" cy="0"/>
          </a:xfrm>
          <a:prstGeom prst="line">
            <a:avLst/>
          </a:prstGeom>
          <a:ln cap="rnd" w="9525">
            <a:solidFill>
              <a:srgbClr val="436E7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5" id="105"/>
          <p:cNvSpPr/>
          <p:nvPr/>
        </p:nvSpPr>
        <p:spPr>
          <a:xfrm rot="-2814780">
            <a:off x="1488234" y="5691397"/>
            <a:ext cx="125911" cy="0"/>
          </a:xfrm>
          <a:prstGeom prst="line">
            <a:avLst/>
          </a:prstGeom>
          <a:ln cap="rnd" w="9525">
            <a:solidFill>
              <a:srgbClr val="436E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6" id="106"/>
          <p:cNvGrpSpPr/>
          <p:nvPr/>
        </p:nvGrpSpPr>
        <p:grpSpPr>
          <a:xfrm rot="0">
            <a:off x="1746504" y="5609844"/>
            <a:ext cx="2048256" cy="201168"/>
            <a:chOff x="0" y="0"/>
            <a:chExt cx="2731008" cy="26822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731008" cy="268224"/>
            </a:xfrm>
            <a:custGeom>
              <a:avLst/>
              <a:gdLst/>
              <a:ahLst/>
              <a:cxnLst/>
              <a:rect r="r" b="b" t="t" l="l"/>
              <a:pathLst>
                <a:path h="268224" w="2731008">
                  <a:moveTo>
                    <a:pt x="0" y="0"/>
                  </a:moveTo>
                  <a:lnTo>
                    <a:pt x="2731008" y="0"/>
                  </a:lnTo>
                  <a:lnTo>
                    <a:pt x="2731008" y="268224"/>
                  </a:lnTo>
                  <a:lnTo>
                    <a:pt x="0" y="26822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48393" r="0" b="-148393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19050"/>
              <a:ext cx="2731008" cy="2872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"/>
                </a:lnSpc>
              </a:pPr>
              <a:r>
                <a:rPr lang="en-US" sz="1119">
                  <a:solidFill>
                    <a:srgbClr val="263C40"/>
                  </a:solidFill>
                  <a:latin typeface="Poppins"/>
                  <a:ea typeface="Poppins"/>
                  <a:cs typeface="Poppins"/>
                  <a:sym typeface="Poppins"/>
                </a:rPr>
                <a:t>Systems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3968496" y="5663794"/>
            <a:ext cx="1399032" cy="84125"/>
            <a:chOff x="0" y="0"/>
            <a:chExt cx="1865376" cy="11216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865376" cy="112141"/>
            </a:xfrm>
            <a:custGeom>
              <a:avLst/>
              <a:gdLst/>
              <a:ahLst/>
              <a:cxnLst/>
              <a:rect r="r" b="b" t="t" l="l"/>
              <a:pathLst>
                <a:path h="112141" w="1865376">
                  <a:moveTo>
                    <a:pt x="0" y="13462"/>
                  </a:moveTo>
                  <a:cubicBezTo>
                    <a:pt x="0" y="5969"/>
                    <a:pt x="5969" y="0"/>
                    <a:pt x="13462" y="0"/>
                  </a:cubicBezTo>
                  <a:lnTo>
                    <a:pt x="1851914" y="0"/>
                  </a:lnTo>
                  <a:cubicBezTo>
                    <a:pt x="1859407" y="0"/>
                    <a:pt x="1865376" y="5969"/>
                    <a:pt x="1865376" y="13462"/>
                  </a:cubicBezTo>
                  <a:lnTo>
                    <a:pt x="1865376" y="98679"/>
                  </a:lnTo>
                  <a:cubicBezTo>
                    <a:pt x="1865376" y="106172"/>
                    <a:pt x="1859407" y="112141"/>
                    <a:pt x="1851914" y="112141"/>
                  </a:cubicBezTo>
                  <a:lnTo>
                    <a:pt x="13462" y="112141"/>
                  </a:lnTo>
                  <a:cubicBezTo>
                    <a:pt x="5969" y="112141"/>
                    <a:pt x="0" y="106172"/>
                    <a:pt x="0" y="98679"/>
                  </a:cubicBezTo>
                  <a:close/>
                </a:path>
              </a:pathLst>
            </a:custGeom>
            <a:solidFill>
              <a:srgbClr val="F2F5F5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3968496" y="5663794"/>
            <a:ext cx="1029062" cy="84125"/>
            <a:chOff x="0" y="0"/>
            <a:chExt cx="1372083" cy="112166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372108" cy="112141"/>
            </a:xfrm>
            <a:custGeom>
              <a:avLst/>
              <a:gdLst/>
              <a:ahLst/>
              <a:cxnLst/>
              <a:rect r="r" b="b" t="t" l="l"/>
              <a:pathLst>
                <a:path h="112141" w="1372108">
                  <a:moveTo>
                    <a:pt x="0" y="13462"/>
                  </a:moveTo>
                  <a:cubicBezTo>
                    <a:pt x="0" y="5969"/>
                    <a:pt x="5969" y="0"/>
                    <a:pt x="13462" y="0"/>
                  </a:cubicBezTo>
                  <a:lnTo>
                    <a:pt x="1358646" y="0"/>
                  </a:lnTo>
                  <a:cubicBezTo>
                    <a:pt x="1366139" y="0"/>
                    <a:pt x="1372108" y="5969"/>
                    <a:pt x="1372108" y="13462"/>
                  </a:cubicBezTo>
                  <a:lnTo>
                    <a:pt x="1372108" y="98679"/>
                  </a:lnTo>
                  <a:cubicBezTo>
                    <a:pt x="1372108" y="106172"/>
                    <a:pt x="1366139" y="112141"/>
                    <a:pt x="1358646" y="112141"/>
                  </a:cubicBezTo>
                  <a:lnTo>
                    <a:pt x="13462" y="112141"/>
                  </a:lnTo>
                  <a:cubicBezTo>
                    <a:pt x="5969" y="112141"/>
                    <a:pt x="0" y="106172"/>
                    <a:pt x="0" y="98679"/>
                  </a:cubicBezTo>
                  <a:close/>
                </a:path>
              </a:pathLst>
            </a:custGeom>
            <a:solidFill>
              <a:srgbClr val="B7D3D4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453896" y="5939942"/>
            <a:ext cx="173736" cy="173736"/>
            <a:chOff x="0" y="0"/>
            <a:chExt cx="231648" cy="23164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0" y="115824"/>
                  </a:moveTo>
                  <a:cubicBezTo>
                    <a:pt x="0" y="51816"/>
                    <a:pt x="51816" y="0"/>
                    <a:pt x="115824" y="0"/>
                  </a:cubicBezTo>
                  <a:cubicBezTo>
                    <a:pt x="179832" y="0"/>
                    <a:pt x="231648" y="51816"/>
                    <a:pt x="231648" y="115824"/>
                  </a:cubicBezTo>
                  <a:cubicBezTo>
                    <a:pt x="231648" y="179832"/>
                    <a:pt x="179832" y="231648"/>
                    <a:pt x="115824" y="231648"/>
                  </a:cubicBezTo>
                  <a:cubicBezTo>
                    <a:pt x="51816" y="231648"/>
                    <a:pt x="0" y="179832"/>
                    <a:pt x="0" y="115824"/>
                  </a:cubicBezTo>
                  <a:close/>
                </a:path>
              </a:pathLst>
            </a:custGeom>
            <a:solidFill>
              <a:srgbClr val="E8F2F2"/>
            </a:solidFill>
          </p:spPr>
        </p:sp>
      </p:grpSp>
      <p:sp>
        <p:nvSpPr>
          <p:cNvPr name="AutoShape 115" id="115"/>
          <p:cNvSpPr/>
          <p:nvPr/>
        </p:nvSpPr>
        <p:spPr>
          <a:xfrm rot="3017400">
            <a:off x="1475489" y="6025477"/>
            <a:ext cx="59265" cy="0"/>
          </a:xfrm>
          <a:prstGeom prst="line">
            <a:avLst/>
          </a:prstGeom>
          <a:ln cap="rnd" w="9525">
            <a:solidFill>
              <a:srgbClr val="436E7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6" id="116"/>
          <p:cNvSpPr/>
          <p:nvPr/>
        </p:nvSpPr>
        <p:spPr>
          <a:xfrm rot="-2814780">
            <a:off x="1488234" y="6002293"/>
            <a:ext cx="125911" cy="0"/>
          </a:xfrm>
          <a:prstGeom prst="line">
            <a:avLst/>
          </a:prstGeom>
          <a:ln cap="rnd" w="9525">
            <a:solidFill>
              <a:srgbClr val="436E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7" id="117"/>
          <p:cNvGrpSpPr/>
          <p:nvPr/>
        </p:nvGrpSpPr>
        <p:grpSpPr>
          <a:xfrm rot="0">
            <a:off x="1746504" y="5920740"/>
            <a:ext cx="2048256" cy="201168"/>
            <a:chOff x="0" y="0"/>
            <a:chExt cx="2731008" cy="268224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731008" cy="268224"/>
            </a:xfrm>
            <a:custGeom>
              <a:avLst/>
              <a:gdLst/>
              <a:ahLst/>
              <a:cxnLst/>
              <a:rect r="r" b="b" t="t" l="l"/>
              <a:pathLst>
                <a:path h="268224" w="2731008">
                  <a:moveTo>
                    <a:pt x="0" y="0"/>
                  </a:moveTo>
                  <a:lnTo>
                    <a:pt x="2731008" y="0"/>
                  </a:lnTo>
                  <a:lnTo>
                    <a:pt x="2731008" y="268224"/>
                  </a:lnTo>
                  <a:lnTo>
                    <a:pt x="0" y="26822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48393" r="0" b="-148393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19050"/>
              <a:ext cx="2731008" cy="2872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"/>
                </a:lnSpc>
              </a:pPr>
              <a:r>
                <a:rPr lang="en-US" sz="1119">
                  <a:solidFill>
                    <a:srgbClr val="263C40"/>
                  </a:solidFill>
                  <a:latin typeface="Poppins"/>
                  <a:ea typeface="Poppins"/>
                  <a:cs typeface="Poppins"/>
                  <a:sym typeface="Poppins"/>
                </a:rPr>
                <a:t>Controls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3968496" y="5974690"/>
            <a:ext cx="1399032" cy="84125"/>
            <a:chOff x="0" y="0"/>
            <a:chExt cx="1865376" cy="112166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865376" cy="112141"/>
            </a:xfrm>
            <a:custGeom>
              <a:avLst/>
              <a:gdLst/>
              <a:ahLst/>
              <a:cxnLst/>
              <a:rect r="r" b="b" t="t" l="l"/>
              <a:pathLst>
                <a:path h="112141" w="1865376">
                  <a:moveTo>
                    <a:pt x="0" y="13462"/>
                  </a:moveTo>
                  <a:cubicBezTo>
                    <a:pt x="0" y="5969"/>
                    <a:pt x="5969" y="0"/>
                    <a:pt x="13462" y="0"/>
                  </a:cubicBezTo>
                  <a:lnTo>
                    <a:pt x="1851914" y="0"/>
                  </a:lnTo>
                  <a:cubicBezTo>
                    <a:pt x="1859407" y="0"/>
                    <a:pt x="1865376" y="5969"/>
                    <a:pt x="1865376" y="13462"/>
                  </a:cubicBezTo>
                  <a:lnTo>
                    <a:pt x="1865376" y="98679"/>
                  </a:lnTo>
                  <a:cubicBezTo>
                    <a:pt x="1865376" y="106172"/>
                    <a:pt x="1859407" y="112141"/>
                    <a:pt x="1851914" y="112141"/>
                  </a:cubicBezTo>
                  <a:lnTo>
                    <a:pt x="13462" y="112141"/>
                  </a:lnTo>
                  <a:cubicBezTo>
                    <a:pt x="5969" y="112141"/>
                    <a:pt x="0" y="106172"/>
                    <a:pt x="0" y="98679"/>
                  </a:cubicBezTo>
                  <a:close/>
                </a:path>
              </a:pathLst>
            </a:custGeom>
            <a:solidFill>
              <a:srgbClr val="F2F5F5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3968496" y="5974690"/>
            <a:ext cx="969997" cy="84125"/>
            <a:chOff x="0" y="0"/>
            <a:chExt cx="1293330" cy="112166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293368" cy="112141"/>
            </a:xfrm>
            <a:custGeom>
              <a:avLst/>
              <a:gdLst/>
              <a:ahLst/>
              <a:cxnLst/>
              <a:rect r="r" b="b" t="t" l="l"/>
              <a:pathLst>
                <a:path h="112141" w="1293368">
                  <a:moveTo>
                    <a:pt x="0" y="13462"/>
                  </a:moveTo>
                  <a:cubicBezTo>
                    <a:pt x="0" y="5969"/>
                    <a:pt x="5969" y="0"/>
                    <a:pt x="13462" y="0"/>
                  </a:cubicBezTo>
                  <a:lnTo>
                    <a:pt x="1279906" y="0"/>
                  </a:lnTo>
                  <a:cubicBezTo>
                    <a:pt x="1287399" y="0"/>
                    <a:pt x="1293368" y="5969"/>
                    <a:pt x="1293368" y="13462"/>
                  </a:cubicBezTo>
                  <a:lnTo>
                    <a:pt x="1293368" y="98679"/>
                  </a:lnTo>
                  <a:cubicBezTo>
                    <a:pt x="1293368" y="106172"/>
                    <a:pt x="1287399" y="112141"/>
                    <a:pt x="1279906" y="112141"/>
                  </a:cubicBezTo>
                  <a:lnTo>
                    <a:pt x="13462" y="112141"/>
                  </a:lnTo>
                  <a:cubicBezTo>
                    <a:pt x="5969" y="112141"/>
                    <a:pt x="0" y="106172"/>
                    <a:pt x="0" y="98679"/>
                  </a:cubicBezTo>
                  <a:close/>
                </a:path>
              </a:pathLst>
            </a:custGeom>
            <a:solidFill>
              <a:srgbClr val="B7D3D4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8269605" y="4547997"/>
            <a:ext cx="4674870" cy="2077974"/>
            <a:chOff x="0" y="0"/>
            <a:chExt cx="6233160" cy="2770632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3160" cy="2770632"/>
            </a:xfrm>
            <a:custGeom>
              <a:avLst/>
              <a:gdLst/>
              <a:ahLst/>
              <a:cxnLst/>
              <a:rect r="r" b="b" t="t" l="l"/>
              <a:pathLst>
                <a:path h="2770632" w="6233160">
                  <a:moveTo>
                    <a:pt x="0" y="332486"/>
                  </a:moveTo>
                  <a:cubicBezTo>
                    <a:pt x="0" y="148844"/>
                    <a:pt x="148844" y="0"/>
                    <a:pt x="332486" y="0"/>
                  </a:cubicBezTo>
                  <a:lnTo>
                    <a:pt x="5900674" y="0"/>
                  </a:lnTo>
                  <a:cubicBezTo>
                    <a:pt x="6084316" y="0"/>
                    <a:pt x="6233160" y="148844"/>
                    <a:pt x="6233160" y="332486"/>
                  </a:cubicBezTo>
                  <a:lnTo>
                    <a:pt x="6233160" y="2438146"/>
                  </a:lnTo>
                  <a:cubicBezTo>
                    <a:pt x="6233160" y="2621788"/>
                    <a:pt x="6084316" y="2770632"/>
                    <a:pt x="5900674" y="2770632"/>
                  </a:cubicBezTo>
                  <a:lnTo>
                    <a:pt x="332486" y="2770632"/>
                  </a:lnTo>
                  <a:cubicBezTo>
                    <a:pt x="148844" y="2770632"/>
                    <a:pt x="0" y="2621788"/>
                    <a:pt x="0" y="2438146"/>
                  </a:cubicBezTo>
                  <a:close/>
                </a:path>
              </a:pathLst>
            </a:custGeom>
            <a:solidFill>
              <a:srgbClr val="FFFFFF"/>
            </a:solidFill>
            <a:ln w="11430" cap="sq">
              <a:solidFill>
                <a:srgbClr val="D1DDDE"/>
              </a:solidFill>
              <a:prstDash val="solid"/>
              <a:miter/>
            </a:ln>
          </p:spPr>
        </p:sp>
      </p:grpSp>
      <p:grpSp>
        <p:nvGrpSpPr>
          <p:cNvPr name="Group 126" id="126"/>
          <p:cNvGrpSpPr/>
          <p:nvPr/>
        </p:nvGrpSpPr>
        <p:grpSpPr>
          <a:xfrm rot="0">
            <a:off x="8293608" y="4572000"/>
            <a:ext cx="4626864" cy="502920"/>
            <a:chOff x="0" y="0"/>
            <a:chExt cx="6169152" cy="67056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169152" cy="670433"/>
            </a:xfrm>
            <a:custGeom>
              <a:avLst/>
              <a:gdLst/>
              <a:ahLst/>
              <a:cxnLst/>
              <a:rect r="r" b="b" t="t" l="l"/>
              <a:pathLst>
                <a:path h="670433" w="6169152">
                  <a:moveTo>
                    <a:pt x="0" y="305054"/>
                  </a:moveTo>
                  <a:cubicBezTo>
                    <a:pt x="0" y="136652"/>
                    <a:pt x="136652" y="0"/>
                    <a:pt x="305054" y="0"/>
                  </a:cubicBezTo>
                  <a:lnTo>
                    <a:pt x="5864098" y="0"/>
                  </a:lnTo>
                  <a:cubicBezTo>
                    <a:pt x="6032500" y="0"/>
                    <a:pt x="6169152" y="136652"/>
                    <a:pt x="6169152" y="305054"/>
                  </a:cubicBezTo>
                  <a:lnTo>
                    <a:pt x="6169152" y="365379"/>
                  </a:lnTo>
                  <a:cubicBezTo>
                    <a:pt x="6169152" y="533908"/>
                    <a:pt x="6032500" y="670433"/>
                    <a:pt x="5864098" y="670433"/>
                  </a:cubicBezTo>
                  <a:lnTo>
                    <a:pt x="305054" y="670433"/>
                  </a:lnTo>
                  <a:cubicBezTo>
                    <a:pt x="136652" y="670560"/>
                    <a:pt x="0" y="533908"/>
                    <a:pt x="0" y="365506"/>
                  </a:cubicBezTo>
                  <a:close/>
                </a:path>
              </a:pathLst>
            </a:custGeom>
            <a:solidFill>
              <a:srgbClr val="E8F2F2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8293608" y="4910328"/>
            <a:ext cx="4626864" cy="182880"/>
            <a:chOff x="0" y="0"/>
            <a:chExt cx="6169152" cy="24384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169152" cy="243840"/>
            </a:xfrm>
            <a:custGeom>
              <a:avLst/>
              <a:gdLst/>
              <a:ahLst/>
              <a:cxnLst/>
              <a:rect r="r" b="b" t="t" l="l"/>
              <a:pathLst>
                <a:path h="243840" w="6169152">
                  <a:moveTo>
                    <a:pt x="0" y="0"/>
                  </a:moveTo>
                  <a:lnTo>
                    <a:pt x="6169152" y="0"/>
                  </a:lnTo>
                  <a:lnTo>
                    <a:pt x="616915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8F2F2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8540429" y="4645085"/>
            <a:ext cx="365884" cy="365884"/>
            <a:chOff x="0" y="0"/>
            <a:chExt cx="487845" cy="487845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487807" cy="487934"/>
            </a:xfrm>
            <a:custGeom>
              <a:avLst/>
              <a:gdLst/>
              <a:ahLst/>
              <a:cxnLst/>
              <a:rect r="r" b="b" t="t" l="l"/>
              <a:pathLst>
                <a:path h="487934" w="487807">
                  <a:moveTo>
                    <a:pt x="0" y="243967"/>
                  </a:moveTo>
                  <a:lnTo>
                    <a:pt x="121920" y="0"/>
                  </a:lnTo>
                  <a:lnTo>
                    <a:pt x="365887" y="0"/>
                  </a:lnTo>
                  <a:lnTo>
                    <a:pt x="487807" y="243967"/>
                  </a:lnTo>
                  <a:lnTo>
                    <a:pt x="365887" y="487934"/>
                  </a:lnTo>
                  <a:lnTo>
                    <a:pt x="121920" y="487934"/>
                  </a:lnTo>
                  <a:close/>
                </a:path>
              </a:pathLst>
            </a:custGeom>
            <a:solidFill>
              <a:srgbClr val="FFFFFF"/>
            </a:solidFill>
            <a:ln w="18415" cap="sq">
              <a:solidFill>
                <a:srgbClr val="436E75"/>
              </a:solidFill>
              <a:prstDash val="solid"/>
              <a:miter/>
            </a:ln>
          </p:spPr>
        </p:sp>
      </p:grpSp>
      <p:sp>
        <p:nvSpPr>
          <p:cNvPr name="AutoShape 132" id="132"/>
          <p:cNvSpPr/>
          <p:nvPr/>
        </p:nvSpPr>
        <p:spPr>
          <a:xfrm rot="3031920">
            <a:off x="8618972" y="4832223"/>
            <a:ext cx="87192" cy="0"/>
          </a:xfrm>
          <a:prstGeom prst="line">
            <a:avLst/>
          </a:prstGeom>
          <a:ln cap="rnd" w="19050">
            <a:solidFill>
              <a:srgbClr val="347C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3" id="133"/>
          <p:cNvSpPr/>
          <p:nvPr/>
        </p:nvSpPr>
        <p:spPr>
          <a:xfrm rot="-2817180">
            <a:off x="8638584" y="4796561"/>
            <a:ext cx="189700" cy="0"/>
          </a:xfrm>
          <a:prstGeom prst="line">
            <a:avLst/>
          </a:prstGeom>
          <a:ln cap="rnd" w="19050">
            <a:solidFill>
              <a:srgbClr val="347C6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4" id="134"/>
          <p:cNvGrpSpPr/>
          <p:nvPr/>
        </p:nvGrpSpPr>
        <p:grpSpPr>
          <a:xfrm rot="0">
            <a:off x="9052560" y="4654296"/>
            <a:ext cx="3182112" cy="338328"/>
            <a:chOff x="0" y="0"/>
            <a:chExt cx="4242816" cy="45110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242816" cy="451104"/>
            </a:xfrm>
            <a:custGeom>
              <a:avLst/>
              <a:gdLst/>
              <a:ahLst/>
              <a:cxnLst/>
              <a:rect r="r" b="b" t="t" l="l"/>
              <a:pathLst>
                <a:path h="451104" w="4242816">
                  <a:moveTo>
                    <a:pt x="0" y="0"/>
                  </a:moveTo>
                  <a:lnTo>
                    <a:pt x="4242816" y="0"/>
                  </a:lnTo>
                  <a:lnTo>
                    <a:pt x="4242816" y="451104"/>
                  </a:lnTo>
                  <a:lnTo>
                    <a:pt x="0" y="45110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33264" r="0" b="-133264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19050"/>
              <a:ext cx="4242816" cy="470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11"/>
                </a:lnSpc>
              </a:pPr>
              <a:r>
                <a:rPr lang="en-US" sz="1509" b="true">
                  <a:solidFill>
                    <a:srgbClr val="263C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REGULIFT CHECK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1951208" y="4686300"/>
            <a:ext cx="877824" cy="246888"/>
            <a:chOff x="0" y="0"/>
            <a:chExt cx="1170432" cy="329184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170432" cy="329184"/>
            </a:xfrm>
            <a:custGeom>
              <a:avLst/>
              <a:gdLst/>
              <a:ahLst/>
              <a:cxnLst/>
              <a:rect r="r" b="b" t="t" l="l"/>
              <a:pathLst>
                <a:path h="329184" w="1170432">
                  <a:moveTo>
                    <a:pt x="0" y="39497"/>
                  </a:moveTo>
                  <a:cubicBezTo>
                    <a:pt x="0" y="17653"/>
                    <a:pt x="17653" y="0"/>
                    <a:pt x="39497" y="0"/>
                  </a:cubicBezTo>
                  <a:lnTo>
                    <a:pt x="1130935" y="0"/>
                  </a:lnTo>
                  <a:cubicBezTo>
                    <a:pt x="1152779" y="0"/>
                    <a:pt x="1170432" y="17653"/>
                    <a:pt x="1170432" y="39497"/>
                  </a:cubicBezTo>
                  <a:lnTo>
                    <a:pt x="1170432" y="289687"/>
                  </a:lnTo>
                  <a:cubicBezTo>
                    <a:pt x="1170432" y="311531"/>
                    <a:pt x="1152779" y="329184"/>
                    <a:pt x="1130935" y="329184"/>
                  </a:cubicBezTo>
                  <a:lnTo>
                    <a:pt x="39497" y="329184"/>
                  </a:lnTo>
                  <a:cubicBezTo>
                    <a:pt x="17653" y="329184"/>
                    <a:pt x="0" y="311531"/>
                    <a:pt x="0" y="2896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12006072" y="4686300"/>
            <a:ext cx="768096" cy="246888"/>
            <a:chOff x="0" y="0"/>
            <a:chExt cx="1024128" cy="329184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024128" cy="329184"/>
            </a:xfrm>
            <a:custGeom>
              <a:avLst/>
              <a:gdLst/>
              <a:ahLst/>
              <a:cxnLst/>
              <a:rect r="r" b="b" t="t" l="l"/>
              <a:pathLst>
                <a:path h="329184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0620" r="0" b="-10620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9525"/>
              <a:ext cx="1024128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40"/>
                </a:lnSpc>
              </a:pPr>
              <a:r>
                <a:rPr lang="en-US" sz="950" b="true">
                  <a:solidFill>
                    <a:srgbClr val="315D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Analysis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8613648" y="5303520"/>
            <a:ext cx="237744" cy="237744"/>
            <a:chOff x="0" y="0"/>
            <a:chExt cx="316992" cy="316992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FFF1EA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8627364" y="5289804"/>
            <a:ext cx="210312" cy="256032"/>
            <a:chOff x="0" y="0"/>
            <a:chExt cx="280416" cy="34137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80416" cy="341376"/>
            </a:xfrm>
            <a:custGeom>
              <a:avLst/>
              <a:gdLst/>
              <a:ahLst/>
              <a:cxnLst/>
              <a:rect r="r" b="b" t="t" l="l"/>
              <a:pathLst>
                <a:path h="341376" w="280416">
                  <a:moveTo>
                    <a:pt x="0" y="0"/>
                  </a:moveTo>
                  <a:lnTo>
                    <a:pt x="280416" y="0"/>
                  </a:lnTo>
                  <a:lnTo>
                    <a:pt x="280416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06195" t="0" r="-106195" b="0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9525"/>
              <a:ext cx="280416" cy="350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C1694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!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8988552" y="5303520"/>
            <a:ext cx="2112264" cy="246888"/>
            <a:chOff x="0" y="0"/>
            <a:chExt cx="2816352" cy="329184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816352" cy="329184"/>
            </a:xfrm>
            <a:custGeom>
              <a:avLst/>
              <a:gdLst/>
              <a:ahLst/>
              <a:cxnLst/>
              <a:rect r="r" b="b" t="t" l="l"/>
              <a:pathLst>
                <a:path h="329184" w="2816352">
                  <a:moveTo>
                    <a:pt x="0" y="0"/>
                  </a:moveTo>
                  <a:lnTo>
                    <a:pt x="2816352" y="0"/>
                  </a:lnTo>
                  <a:lnTo>
                    <a:pt x="281635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16705" r="0" b="-116705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9525"/>
              <a:ext cx="2816352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15"/>
                </a:lnSpc>
              </a:pPr>
              <a:r>
                <a:rPr lang="en-US" sz="1179" b="true">
                  <a:solidFill>
                    <a:srgbClr val="263C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Gaps detected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1228832" y="5294376"/>
            <a:ext cx="1280160" cy="265176"/>
            <a:chOff x="0" y="0"/>
            <a:chExt cx="1706880" cy="353568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706880" cy="353568"/>
            </a:xfrm>
            <a:custGeom>
              <a:avLst/>
              <a:gdLst/>
              <a:ahLst/>
              <a:cxnLst/>
              <a:rect r="r" b="b" t="t" l="l"/>
              <a:pathLst>
                <a:path h="353568" w="1706880">
                  <a:moveTo>
                    <a:pt x="0" y="42418"/>
                  </a:moveTo>
                  <a:cubicBezTo>
                    <a:pt x="0" y="19050"/>
                    <a:pt x="19050" y="0"/>
                    <a:pt x="42418" y="0"/>
                  </a:cubicBezTo>
                  <a:lnTo>
                    <a:pt x="1664462" y="0"/>
                  </a:lnTo>
                  <a:cubicBezTo>
                    <a:pt x="1687957" y="0"/>
                    <a:pt x="1706880" y="19050"/>
                    <a:pt x="1706880" y="42418"/>
                  </a:cubicBezTo>
                  <a:lnTo>
                    <a:pt x="1706880" y="311150"/>
                  </a:lnTo>
                  <a:cubicBezTo>
                    <a:pt x="1706880" y="334645"/>
                    <a:pt x="1687830" y="353568"/>
                    <a:pt x="1664462" y="353568"/>
                  </a:cubicBezTo>
                  <a:lnTo>
                    <a:pt x="42418" y="353568"/>
                  </a:lnTo>
                  <a:cubicBezTo>
                    <a:pt x="19050" y="353568"/>
                    <a:pt x="0" y="334518"/>
                    <a:pt x="0" y="311150"/>
                  </a:cubicBezTo>
                  <a:close/>
                </a:path>
              </a:pathLst>
            </a:custGeom>
            <a:solidFill>
              <a:srgbClr val="FFF1EA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1274552" y="5294376"/>
            <a:ext cx="1188720" cy="265176"/>
            <a:chOff x="0" y="0"/>
            <a:chExt cx="1584960" cy="35356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584959" cy="353568"/>
            </a:xfrm>
            <a:custGeom>
              <a:avLst/>
              <a:gdLst/>
              <a:ahLst/>
              <a:cxnLst/>
              <a:rect r="r" b="b" t="t" l="l"/>
              <a:pathLst>
                <a:path h="353568" w="1584959">
                  <a:moveTo>
                    <a:pt x="0" y="0"/>
                  </a:moveTo>
                  <a:lnTo>
                    <a:pt x="1584959" y="0"/>
                  </a:lnTo>
                  <a:lnTo>
                    <a:pt x="1584959" y="353568"/>
                  </a:lnTo>
                  <a:lnTo>
                    <a:pt x="0" y="35356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7346" r="0" b="-37346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0"/>
              <a:ext cx="1584960" cy="353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99"/>
                </a:lnSpc>
              </a:pPr>
              <a:r>
                <a:rPr lang="en-US" sz="999" b="true">
                  <a:solidFill>
                    <a:srgbClr val="C1694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REVIEW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8613648" y="5669280"/>
            <a:ext cx="237744" cy="237744"/>
            <a:chOff x="0" y="0"/>
            <a:chExt cx="316992" cy="316992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E8F2F2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8653882" y="5686654"/>
            <a:ext cx="164592" cy="182880"/>
            <a:chOff x="0" y="0"/>
            <a:chExt cx="219456" cy="24384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219456" cy="243840"/>
            </a:xfrm>
            <a:custGeom>
              <a:avLst/>
              <a:gdLst/>
              <a:ahLst/>
              <a:cxnLst/>
              <a:rect r="r" b="b" t="t" l="l"/>
              <a:pathLst>
                <a:path h="243840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9525"/>
              <a:ext cx="219456" cy="253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315D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8988552" y="5669280"/>
            <a:ext cx="2871216" cy="246888"/>
            <a:chOff x="0" y="0"/>
            <a:chExt cx="3828288" cy="329184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3828288" cy="329184"/>
            </a:xfrm>
            <a:custGeom>
              <a:avLst/>
              <a:gdLst/>
              <a:ahLst/>
              <a:cxnLst/>
              <a:rect r="r" b="b" t="t" l="l"/>
              <a:pathLst>
                <a:path h="329184" w="3828288">
                  <a:moveTo>
                    <a:pt x="0" y="0"/>
                  </a:moveTo>
                  <a:lnTo>
                    <a:pt x="3828288" y="0"/>
                  </a:lnTo>
                  <a:lnTo>
                    <a:pt x="382828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76603" r="0" b="-176603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9525"/>
              <a:ext cx="3828288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15"/>
                </a:lnSpc>
              </a:pPr>
              <a:r>
                <a:rPr lang="en-US" sz="1179" b="true">
                  <a:solidFill>
                    <a:srgbClr val="263C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Recommended fixes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11960352" y="5769864"/>
            <a:ext cx="566928" cy="61265"/>
            <a:chOff x="0" y="0"/>
            <a:chExt cx="755904" cy="81686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755904" cy="81661"/>
            </a:xfrm>
            <a:custGeom>
              <a:avLst/>
              <a:gdLst/>
              <a:ahLst/>
              <a:cxnLst/>
              <a:rect r="r" b="b" t="t" l="l"/>
              <a:pathLst>
                <a:path h="81661" w="755904">
                  <a:moveTo>
                    <a:pt x="0" y="9779"/>
                  </a:moveTo>
                  <a:cubicBezTo>
                    <a:pt x="0" y="4445"/>
                    <a:pt x="4445" y="0"/>
                    <a:pt x="9779" y="0"/>
                  </a:cubicBezTo>
                  <a:lnTo>
                    <a:pt x="746125" y="0"/>
                  </a:lnTo>
                  <a:cubicBezTo>
                    <a:pt x="751586" y="0"/>
                    <a:pt x="755904" y="4445"/>
                    <a:pt x="755904" y="9779"/>
                  </a:cubicBezTo>
                  <a:lnTo>
                    <a:pt x="755904" y="71882"/>
                  </a:lnTo>
                  <a:cubicBezTo>
                    <a:pt x="755904" y="77343"/>
                    <a:pt x="751459" y="81661"/>
                    <a:pt x="746125" y="81661"/>
                  </a:cubicBezTo>
                  <a:lnTo>
                    <a:pt x="9779" y="81661"/>
                  </a:lnTo>
                  <a:cubicBezTo>
                    <a:pt x="4445" y="81661"/>
                    <a:pt x="0" y="77343"/>
                    <a:pt x="0" y="71882"/>
                  </a:cubicBezTo>
                  <a:close/>
                </a:path>
              </a:pathLst>
            </a:custGeom>
            <a:solidFill>
              <a:srgbClr val="F2F5F5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1960352" y="5769864"/>
            <a:ext cx="374904" cy="61265"/>
            <a:chOff x="0" y="0"/>
            <a:chExt cx="499872" cy="81686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499872" cy="81661"/>
            </a:xfrm>
            <a:custGeom>
              <a:avLst/>
              <a:gdLst/>
              <a:ahLst/>
              <a:cxnLst/>
              <a:rect r="r" b="b" t="t" l="l"/>
              <a:pathLst>
                <a:path h="81661" w="499872">
                  <a:moveTo>
                    <a:pt x="0" y="9779"/>
                  </a:moveTo>
                  <a:cubicBezTo>
                    <a:pt x="0" y="4445"/>
                    <a:pt x="4445" y="0"/>
                    <a:pt x="9779" y="0"/>
                  </a:cubicBezTo>
                  <a:lnTo>
                    <a:pt x="490093" y="0"/>
                  </a:lnTo>
                  <a:cubicBezTo>
                    <a:pt x="495554" y="0"/>
                    <a:pt x="499872" y="4445"/>
                    <a:pt x="499872" y="9779"/>
                  </a:cubicBezTo>
                  <a:lnTo>
                    <a:pt x="499872" y="71882"/>
                  </a:lnTo>
                  <a:cubicBezTo>
                    <a:pt x="499872" y="77343"/>
                    <a:pt x="495427" y="81661"/>
                    <a:pt x="490093" y="81661"/>
                  </a:cubicBezTo>
                  <a:lnTo>
                    <a:pt x="9779" y="81661"/>
                  </a:lnTo>
                  <a:cubicBezTo>
                    <a:pt x="4445" y="81661"/>
                    <a:pt x="0" y="77343"/>
                    <a:pt x="0" y="71882"/>
                  </a:cubicBezTo>
                  <a:close/>
                </a:path>
              </a:pathLst>
            </a:custGeom>
            <a:solidFill>
              <a:srgbClr val="B7D3D4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8613648" y="6035040"/>
            <a:ext cx="237744" cy="237744"/>
            <a:chOff x="0" y="0"/>
            <a:chExt cx="316992" cy="316992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E8F2F2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8633765" y="6038698"/>
            <a:ext cx="201168" cy="246888"/>
            <a:chOff x="0" y="0"/>
            <a:chExt cx="268224" cy="329184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268224" cy="329184"/>
            </a:xfrm>
            <a:custGeom>
              <a:avLst/>
              <a:gdLst/>
              <a:ahLst/>
              <a:cxnLst/>
              <a:rect r="r" b="b" t="t" l="l"/>
              <a:pathLst>
                <a:path h="329184" w="268224">
                  <a:moveTo>
                    <a:pt x="0" y="0"/>
                  </a:moveTo>
                  <a:lnTo>
                    <a:pt x="268224" y="0"/>
                  </a:lnTo>
                  <a:lnTo>
                    <a:pt x="268224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07463" t="0" r="-107463" b="0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19050"/>
              <a:ext cx="268224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315D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↻</a:t>
              </a:r>
            </a:p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8988552" y="6035040"/>
            <a:ext cx="2880360" cy="246888"/>
            <a:chOff x="0" y="0"/>
            <a:chExt cx="3840480" cy="329184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3840480" cy="329184"/>
            </a:xfrm>
            <a:custGeom>
              <a:avLst/>
              <a:gdLst/>
              <a:ahLst/>
              <a:cxnLst/>
              <a:rect r="r" b="b" t="t" l="l"/>
              <a:pathLst>
                <a:path h="329184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-9525"/>
              <a:ext cx="384048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15"/>
                </a:lnSpc>
              </a:pPr>
              <a:r>
                <a:rPr lang="en-US" sz="1179" b="true">
                  <a:solidFill>
                    <a:srgbClr val="263C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Reassess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11960352" y="6136538"/>
            <a:ext cx="566928" cy="61265"/>
            <a:chOff x="0" y="0"/>
            <a:chExt cx="755904" cy="81686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755904" cy="81661"/>
            </a:xfrm>
            <a:custGeom>
              <a:avLst/>
              <a:gdLst/>
              <a:ahLst/>
              <a:cxnLst/>
              <a:rect r="r" b="b" t="t" l="l"/>
              <a:pathLst>
                <a:path h="81661" w="755904">
                  <a:moveTo>
                    <a:pt x="0" y="9779"/>
                  </a:moveTo>
                  <a:cubicBezTo>
                    <a:pt x="0" y="4445"/>
                    <a:pt x="4445" y="0"/>
                    <a:pt x="9779" y="0"/>
                  </a:cubicBezTo>
                  <a:lnTo>
                    <a:pt x="746125" y="0"/>
                  </a:lnTo>
                  <a:cubicBezTo>
                    <a:pt x="751586" y="0"/>
                    <a:pt x="755904" y="4445"/>
                    <a:pt x="755904" y="9779"/>
                  </a:cubicBezTo>
                  <a:lnTo>
                    <a:pt x="755904" y="71882"/>
                  </a:lnTo>
                  <a:cubicBezTo>
                    <a:pt x="755904" y="77343"/>
                    <a:pt x="751459" y="81661"/>
                    <a:pt x="746125" y="81661"/>
                  </a:cubicBezTo>
                  <a:lnTo>
                    <a:pt x="9779" y="81661"/>
                  </a:lnTo>
                  <a:cubicBezTo>
                    <a:pt x="4445" y="81661"/>
                    <a:pt x="0" y="77343"/>
                    <a:pt x="0" y="71882"/>
                  </a:cubicBezTo>
                  <a:close/>
                </a:path>
              </a:pathLst>
            </a:custGeom>
            <a:solidFill>
              <a:srgbClr val="F2F5F5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1960352" y="6136538"/>
            <a:ext cx="484632" cy="61265"/>
            <a:chOff x="0" y="0"/>
            <a:chExt cx="646176" cy="81686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646176" cy="81661"/>
            </a:xfrm>
            <a:custGeom>
              <a:avLst/>
              <a:gdLst/>
              <a:ahLst/>
              <a:cxnLst/>
              <a:rect r="r" b="b" t="t" l="l"/>
              <a:pathLst>
                <a:path h="81661" w="646176">
                  <a:moveTo>
                    <a:pt x="0" y="9779"/>
                  </a:moveTo>
                  <a:cubicBezTo>
                    <a:pt x="0" y="4445"/>
                    <a:pt x="4445" y="0"/>
                    <a:pt x="9779" y="0"/>
                  </a:cubicBezTo>
                  <a:lnTo>
                    <a:pt x="636397" y="0"/>
                  </a:lnTo>
                  <a:cubicBezTo>
                    <a:pt x="641858" y="0"/>
                    <a:pt x="646176" y="4445"/>
                    <a:pt x="646176" y="9779"/>
                  </a:cubicBezTo>
                  <a:lnTo>
                    <a:pt x="646176" y="71882"/>
                  </a:lnTo>
                  <a:cubicBezTo>
                    <a:pt x="646176" y="77343"/>
                    <a:pt x="641731" y="81661"/>
                    <a:pt x="636397" y="81661"/>
                  </a:cubicBezTo>
                  <a:lnTo>
                    <a:pt x="9779" y="81661"/>
                  </a:lnTo>
                  <a:cubicBezTo>
                    <a:pt x="4445" y="81661"/>
                    <a:pt x="0" y="77343"/>
                    <a:pt x="0" y="71882"/>
                  </a:cubicBezTo>
                  <a:close/>
                </a:path>
              </a:pathLst>
            </a:custGeom>
            <a:solidFill>
              <a:srgbClr val="B7D3D4"/>
            </a:solidFill>
          </p:spPr>
        </p:sp>
      </p:grpSp>
      <p:sp>
        <p:nvSpPr>
          <p:cNvPr name="AutoShape 179" id="179"/>
          <p:cNvSpPr/>
          <p:nvPr/>
        </p:nvSpPr>
        <p:spPr>
          <a:xfrm>
            <a:off x="5919743" y="5522976"/>
            <a:ext cx="2169300" cy="1172"/>
          </a:xfrm>
          <a:prstGeom prst="line">
            <a:avLst/>
          </a:prstGeom>
          <a:ln cap="rnd" w="104775">
            <a:solidFill>
              <a:srgbClr val="315D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0" id="180"/>
          <p:cNvGrpSpPr/>
          <p:nvPr/>
        </p:nvGrpSpPr>
        <p:grpSpPr>
          <a:xfrm rot="0">
            <a:off x="7779639" y="5367528"/>
            <a:ext cx="356616" cy="310896"/>
            <a:chOff x="0" y="0"/>
            <a:chExt cx="475488" cy="414528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475488" cy="414528"/>
            </a:xfrm>
            <a:custGeom>
              <a:avLst/>
              <a:gdLst/>
              <a:ahLst/>
              <a:cxnLst/>
              <a:rect r="r" b="b" t="t" l="l"/>
              <a:pathLst>
                <a:path h="414528" w="475488">
                  <a:moveTo>
                    <a:pt x="0" y="140970"/>
                  </a:moveTo>
                  <a:lnTo>
                    <a:pt x="359410" y="140970"/>
                  </a:lnTo>
                  <a:lnTo>
                    <a:pt x="359410" y="0"/>
                  </a:lnTo>
                  <a:lnTo>
                    <a:pt x="475488" y="207264"/>
                  </a:lnTo>
                  <a:lnTo>
                    <a:pt x="359410" y="414528"/>
                  </a:lnTo>
                  <a:lnTo>
                    <a:pt x="359410" y="273558"/>
                  </a:lnTo>
                  <a:lnTo>
                    <a:pt x="0" y="273558"/>
                  </a:lnTo>
                  <a:close/>
                </a:path>
              </a:pathLst>
            </a:custGeom>
            <a:solidFill>
              <a:srgbClr val="315D66"/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6565392" y="5038344"/>
            <a:ext cx="1124712" cy="329184"/>
            <a:chOff x="0" y="0"/>
            <a:chExt cx="1499616" cy="438912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1499616" cy="438912"/>
            </a:xfrm>
            <a:custGeom>
              <a:avLst/>
              <a:gdLst/>
              <a:ahLst/>
              <a:cxnLst/>
              <a:rect r="r" b="b" t="t" l="l"/>
              <a:pathLst>
                <a:path h="438912" w="1499616">
                  <a:moveTo>
                    <a:pt x="0" y="52705"/>
                  </a:moveTo>
                  <a:cubicBezTo>
                    <a:pt x="0" y="23622"/>
                    <a:pt x="23622" y="0"/>
                    <a:pt x="52705" y="0"/>
                  </a:cubicBezTo>
                  <a:lnTo>
                    <a:pt x="1446911" y="0"/>
                  </a:lnTo>
                  <a:cubicBezTo>
                    <a:pt x="1475994" y="0"/>
                    <a:pt x="1499616" y="23622"/>
                    <a:pt x="1499616" y="52705"/>
                  </a:cubicBezTo>
                  <a:lnTo>
                    <a:pt x="1499616" y="386207"/>
                  </a:lnTo>
                  <a:cubicBezTo>
                    <a:pt x="1499616" y="415290"/>
                    <a:pt x="1475994" y="438912"/>
                    <a:pt x="1446911" y="438912"/>
                  </a:cubicBezTo>
                  <a:lnTo>
                    <a:pt x="52705" y="438912"/>
                  </a:lnTo>
                  <a:cubicBezTo>
                    <a:pt x="23622" y="438912"/>
                    <a:pt x="0" y="415290"/>
                    <a:pt x="0" y="38620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4" id="184"/>
          <p:cNvGrpSpPr/>
          <p:nvPr/>
        </p:nvGrpSpPr>
        <p:grpSpPr>
          <a:xfrm rot="0">
            <a:off x="6611112" y="5038344"/>
            <a:ext cx="1033272" cy="329184"/>
            <a:chOff x="0" y="0"/>
            <a:chExt cx="1377696" cy="438912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1377695" cy="438912"/>
            </a:xfrm>
            <a:custGeom>
              <a:avLst/>
              <a:gdLst/>
              <a:ahLst/>
              <a:cxnLst/>
              <a:rect r="r" b="b" t="t" l="l"/>
              <a:pathLst>
                <a:path h="438912" w="1377695">
                  <a:moveTo>
                    <a:pt x="0" y="0"/>
                  </a:moveTo>
                  <a:lnTo>
                    <a:pt x="1377695" y="0"/>
                  </a:lnTo>
                  <a:lnTo>
                    <a:pt x="1377695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1161" r="0" b="-11161"/>
              </a:stretch>
            </a:blipFill>
          </p:spPr>
        </p:sp>
        <p:sp>
          <p:nvSpPr>
            <p:cNvPr name="TextBox 186" id="186"/>
            <p:cNvSpPr txBox="true"/>
            <p:nvPr/>
          </p:nvSpPr>
          <p:spPr>
            <a:xfrm>
              <a:off x="0" y="-9525"/>
              <a:ext cx="1377696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84"/>
                </a:lnSpc>
              </a:pPr>
              <a:r>
                <a:rPr lang="en-US" sz="1070" b="true">
                  <a:solidFill>
                    <a:srgbClr val="315D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ASSESS</a:t>
              </a:r>
            </a:p>
          </p:txBody>
        </p:sp>
      </p:grpSp>
      <p:sp>
        <p:nvSpPr>
          <p:cNvPr name="AutoShape 187" id="187"/>
          <p:cNvSpPr/>
          <p:nvPr/>
        </p:nvSpPr>
        <p:spPr>
          <a:xfrm rot="5138880">
            <a:off x="10302192" y="6797421"/>
            <a:ext cx="426806" cy="0"/>
          </a:xfrm>
          <a:prstGeom prst="line">
            <a:avLst/>
          </a:prstGeom>
          <a:ln cap="rnd" w="57150">
            <a:solidFill>
              <a:srgbClr val="315D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8" id="188"/>
          <p:cNvSpPr/>
          <p:nvPr/>
        </p:nvSpPr>
        <p:spPr>
          <a:xfrm rot="10784280">
            <a:off x="3458489" y="6994017"/>
            <a:ext cx="7073341" cy="0"/>
          </a:xfrm>
          <a:prstGeom prst="line">
            <a:avLst/>
          </a:prstGeom>
          <a:ln cap="rnd" w="57150">
            <a:solidFill>
              <a:srgbClr val="315D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9" id="189"/>
          <p:cNvSpPr/>
          <p:nvPr/>
        </p:nvSpPr>
        <p:spPr>
          <a:xfrm rot="-5138880">
            <a:off x="3261312" y="6797421"/>
            <a:ext cx="426806" cy="0"/>
          </a:xfrm>
          <a:prstGeom prst="line">
            <a:avLst/>
          </a:prstGeom>
          <a:ln cap="rnd" w="57150">
            <a:solidFill>
              <a:srgbClr val="315D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0" id="190"/>
          <p:cNvGrpSpPr/>
          <p:nvPr/>
        </p:nvGrpSpPr>
        <p:grpSpPr>
          <a:xfrm rot="0">
            <a:off x="3305556" y="6414516"/>
            <a:ext cx="347472" cy="484632"/>
            <a:chOff x="0" y="0"/>
            <a:chExt cx="463296" cy="646176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463296" cy="646176"/>
            </a:xfrm>
            <a:custGeom>
              <a:avLst/>
              <a:gdLst/>
              <a:ahLst/>
              <a:cxnLst/>
              <a:rect r="r" b="b" t="t" l="l"/>
              <a:pathLst>
                <a:path h="646176" w="463296">
                  <a:moveTo>
                    <a:pt x="0" y="166751"/>
                  </a:moveTo>
                  <a:lnTo>
                    <a:pt x="231648" y="0"/>
                  </a:lnTo>
                  <a:lnTo>
                    <a:pt x="463296" y="166751"/>
                  </a:lnTo>
                  <a:lnTo>
                    <a:pt x="308102" y="166751"/>
                  </a:lnTo>
                  <a:lnTo>
                    <a:pt x="308102" y="646176"/>
                  </a:lnTo>
                  <a:lnTo>
                    <a:pt x="155194" y="646176"/>
                  </a:lnTo>
                  <a:lnTo>
                    <a:pt x="155194" y="166751"/>
                  </a:lnTo>
                  <a:close/>
                </a:path>
              </a:pathLst>
            </a:custGeom>
            <a:solidFill>
              <a:srgbClr val="315D66"/>
            </a:solidFill>
          </p:spPr>
        </p:sp>
      </p:grpSp>
      <p:grpSp>
        <p:nvGrpSpPr>
          <p:cNvPr name="Group 192" id="192"/>
          <p:cNvGrpSpPr/>
          <p:nvPr/>
        </p:nvGrpSpPr>
        <p:grpSpPr>
          <a:xfrm rot="0">
            <a:off x="5532120" y="6798564"/>
            <a:ext cx="2880360" cy="420624"/>
            <a:chOff x="0" y="0"/>
            <a:chExt cx="3840480" cy="560832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3840480" cy="560832"/>
            </a:xfrm>
            <a:custGeom>
              <a:avLst/>
              <a:gdLst/>
              <a:ahLst/>
              <a:cxnLst/>
              <a:rect r="r" b="b" t="t" l="l"/>
              <a:pathLst>
                <a:path h="560832" w="3840480">
                  <a:moveTo>
                    <a:pt x="0" y="67310"/>
                  </a:moveTo>
                  <a:cubicBezTo>
                    <a:pt x="0" y="30099"/>
                    <a:pt x="30099" y="0"/>
                    <a:pt x="67310" y="0"/>
                  </a:cubicBezTo>
                  <a:lnTo>
                    <a:pt x="3773170" y="0"/>
                  </a:lnTo>
                  <a:cubicBezTo>
                    <a:pt x="3810381" y="0"/>
                    <a:pt x="3840480" y="30099"/>
                    <a:pt x="3840480" y="67310"/>
                  </a:cubicBezTo>
                  <a:lnTo>
                    <a:pt x="3840480" y="493522"/>
                  </a:lnTo>
                  <a:cubicBezTo>
                    <a:pt x="3840480" y="530733"/>
                    <a:pt x="3810381" y="560832"/>
                    <a:pt x="3773170" y="560832"/>
                  </a:cubicBezTo>
                  <a:lnTo>
                    <a:pt x="67310" y="560832"/>
                  </a:lnTo>
                  <a:cubicBezTo>
                    <a:pt x="30099" y="560832"/>
                    <a:pt x="0" y="530733"/>
                    <a:pt x="0" y="49352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577840" y="6798564"/>
            <a:ext cx="2788920" cy="420624"/>
            <a:chOff x="0" y="0"/>
            <a:chExt cx="3718560" cy="560832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718560" cy="560832"/>
            </a:xfrm>
            <a:custGeom>
              <a:avLst/>
              <a:gdLst/>
              <a:ahLst/>
              <a:cxnLst/>
              <a:rect r="r" b="b" t="t" l="l"/>
              <a:pathLst>
                <a:path h="560832" w="3718560">
                  <a:moveTo>
                    <a:pt x="0" y="0"/>
                  </a:moveTo>
                  <a:lnTo>
                    <a:pt x="3718560" y="0"/>
                  </a:lnTo>
                  <a:lnTo>
                    <a:pt x="371856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79194" r="0" b="-79194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718560" cy="5608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92"/>
                </a:lnSpc>
              </a:pPr>
              <a:r>
                <a:rPr lang="en-US" sz="1160" b="true">
                  <a:solidFill>
                    <a:srgbClr val="315D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FIX   ·   UPDATE   ·   RECHECK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353312" y="7406640"/>
            <a:ext cx="3520440" cy="438912"/>
            <a:chOff x="0" y="0"/>
            <a:chExt cx="4693920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4693920" cy="585216"/>
            </a:xfrm>
            <a:custGeom>
              <a:avLst/>
              <a:gdLst/>
              <a:ahLst/>
              <a:cxnLst/>
              <a:rect r="r" b="b" t="t" l="l"/>
              <a:pathLst>
                <a:path h="585216" w="4693920">
                  <a:moveTo>
                    <a:pt x="0" y="70231"/>
                  </a:moveTo>
                  <a:cubicBezTo>
                    <a:pt x="0" y="31496"/>
                    <a:pt x="31496" y="0"/>
                    <a:pt x="70231" y="0"/>
                  </a:cubicBezTo>
                  <a:lnTo>
                    <a:pt x="4623689" y="0"/>
                  </a:lnTo>
                  <a:cubicBezTo>
                    <a:pt x="4662424" y="0"/>
                    <a:pt x="4693920" y="31496"/>
                    <a:pt x="4693920" y="70231"/>
                  </a:cubicBezTo>
                  <a:lnTo>
                    <a:pt x="4693920" y="514985"/>
                  </a:lnTo>
                  <a:cubicBezTo>
                    <a:pt x="4693920" y="553720"/>
                    <a:pt x="4662424" y="585216"/>
                    <a:pt x="4623689" y="585216"/>
                  </a:cubicBezTo>
                  <a:lnTo>
                    <a:pt x="70231" y="585216"/>
                  </a:lnTo>
                  <a:cubicBezTo>
                    <a:pt x="31496" y="585216"/>
                    <a:pt x="0" y="553720"/>
                    <a:pt x="0" y="514985"/>
                  </a:cubicBezTo>
                  <a:close/>
                </a:path>
              </a:pathLst>
            </a:custGeom>
            <a:solidFill>
              <a:srgbClr val="FFF1EA"/>
            </a:solidFill>
          </p:spPr>
        </p:sp>
      </p:grpSp>
      <p:grpSp>
        <p:nvGrpSpPr>
          <p:cNvPr name="Group 199" id="199"/>
          <p:cNvGrpSpPr/>
          <p:nvPr/>
        </p:nvGrpSpPr>
        <p:grpSpPr>
          <a:xfrm rot="0">
            <a:off x="1435608" y="7479792"/>
            <a:ext cx="557784" cy="274320"/>
            <a:chOff x="0" y="0"/>
            <a:chExt cx="743712" cy="365760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743712" cy="365760"/>
            </a:xfrm>
            <a:custGeom>
              <a:avLst/>
              <a:gdLst/>
              <a:ahLst/>
              <a:cxnLst/>
              <a:rect r="r" b="b" t="t" l="l"/>
              <a:pathLst>
                <a:path h="365760" w="743712">
                  <a:moveTo>
                    <a:pt x="0" y="43942"/>
                  </a:moveTo>
                  <a:cubicBezTo>
                    <a:pt x="0" y="19685"/>
                    <a:pt x="19685" y="0"/>
                    <a:pt x="43942" y="0"/>
                  </a:cubicBezTo>
                  <a:lnTo>
                    <a:pt x="699770" y="0"/>
                  </a:lnTo>
                  <a:cubicBezTo>
                    <a:pt x="724027" y="0"/>
                    <a:pt x="743712" y="19685"/>
                    <a:pt x="743712" y="43942"/>
                  </a:cubicBezTo>
                  <a:lnTo>
                    <a:pt x="743712" y="321818"/>
                  </a:lnTo>
                  <a:cubicBezTo>
                    <a:pt x="743712" y="346075"/>
                    <a:pt x="724027" y="365760"/>
                    <a:pt x="699770" y="365760"/>
                  </a:cubicBezTo>
                  <a:lnTo>
                    <a:pt x="43942" y="365760"/>
                  </a:lnTo>
                  <a:cubicBezTo>
                    <a:pt x="19685" y="365760"/>
                    <a:pt x="0" y="346075"/>
                    <a:pt x="0" y="3218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1" id="201"/>
          <p:cNvGrpSpPr/>
          <p:nvPr/>
        </p:nvGrpSpPr>
        <p:grpSpPr>
          <a:xfrm rot="0">
            <a:off x="1481328" y="7479792"/>
            <a:ext cx="466344" cy="274320"/>
            <a:chOff x="0" y="0"/>
            <a:chExt cx="621792" cy="365760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621792" cy="365760"/>
            </a:xfrm>
            <a:custGeom>
              <a:avLst/>
              <a:gdLst/>
              <a:ahLst/>
              <a:cxnLst/>
              <a:rect r="r" b="b" t="t" l="l"/>
              <a:pathLst>
                <a:path h="365760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5472" t="0" r="-25472" b="0"/>
              </a:stretch>
            </a:blipFill>
          </p:spPr>
        </p:sp>
        <p:sp>
          <p:nvSpPr>
            <p:cNvPr name="TextBox 203" id="203"/>
            <p:cNvSpPr txBox="true"/>
            <p:nvPr/>
          </p:nvSpPr>
          <p:spPr>
            <a:xfrm>
              <a:off x="0" y="-19050"/>
              <a:ext cx="621792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sz="1100" b="true">
                  <a:solidFill>
                    <a:srgbClr val="C1694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v1</a:t>
              </a:r>
            </a:p>
          </p:txBody>
        </p:sp>
      </p:grpSp>
      <p:grpSp>
        <p:nvGrpSpPr>
          <p:cNvPr name="Group 204" id="204"/>
          <p:cNvGrpSpPr/>
          <p:nvPr/>
        </p:nvGrpSpPr>
        <p:grpSpPr>
          <a:xfrm rot="0">
            <a:off x="2157984" y="7499909"/>
            <a:ext cx="210312" cy="210312"/>
            <a:chOff x="0" y="0"/>
            <a:chExt cx="280416" cy="280416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280416" cy="280416"/>
            </a:xfrm>
            <a:custGeom>
              <a:avLst/>
              <a:gdLst/>
              <a:ahLst/>
              <a:cxnLst/>
              <a:rect r="r" b="b" t="t" l="l"/>
              <a:pathLst>
                <a:path h="280416" w="280416">
                  <a:moveTo>
                    <a:pt x="0" y="140208"/>
                  </a:moveTo>
                  <a:cubicBezTo>
                    <a:pt x="0" y="62738"/>
                    <a:pt x="62738" y="0"/>
                    <a:pt x="140208" y="0"/>
                  </a:cubicBezTo>
                  <a:cubicBezTo>
                    <a:pt x="217678" y="0"/>
                    <a:pt x="280416" y="62738"/>
                    <a:pt x="280416" y="140208"/>
                  </a:cubicBezTo>
                  <a:cubicBezTo>
                    <a:pt x="280416" y="217678"/>
                    <a:pt x="217678" y="280416"/>
                    <a:pt x="140208" y="280416"/>
                  </a:cubicBezTo>
                  <a:cubicBezTo>
                    <a:pt x="62738" y="280416"/>
                    <a:pt x="0" y="217678"/>
                    <a:pt x="0" y="140208"/>
                  </a:cubicBezTo>
                  <a:close/>
                </a:path>
              </a:pathLst>
            </a:custGeom>
            <a:solidFill>
              <a:srgbClr val="FFF1EA"/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2171700" y="7486193"/>
            <a:ext cx="182880" cy="228600"/>
            <a:chOff x="0" y="0"/>
            <a:chExt cx="243840" cy="304800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243840" cy="304800"/>
            </a:xfrm>
            <a:custGeom>
              <a:avLst/>
              <a:gdLst/>
              <a:ahLst/>
              <a:cxnLst/>
              <a:rect r="r" b="b" t="t" l="l"/>
              <a:pathLst>
                <a:path h="30480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9525"/>
              <a:ext cx="24384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C1694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!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2523744" y="7467905"/>
            <a:ext cx="1965960" cy="301752"/>
            <a:chOff x="0" y="0"/>
            <a:chExt cx="2621280" cy="40233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2621280" cy="402336"/>
            </a:xfrm>
            <a:custGeom>
              <a:avLst/>
              <a:gdLst/>
              <a:ahLst/>
              <a:cxnLst/>
              <a:rect r="r" b="b" t="t" l="l"/>
              <a:pathLst>
                <a:path h="402336" w="2621280">
                  <a:moveTo>
                    <a:pt x="0" y="0"/>
                  </a:moveTo>
                  <a:lnTo>
                    <a:pt x="2621280" y="0"/>
                  </a:lnTo>
                  <a:lnTo>
                    <a:pt x="26212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76947" r="0" b="-76947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-9525"/>
              <a:ext cx="26212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b="true">
                  <a:solidFill>
                    <a:srgbClr val="C1694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Gaps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56632" y="7557516"/>
            <a:ext cx="521208" cy="155448"/>
            <a:chOff x="0" y="0"/>
            <a:chExt cx="694944" cy="207264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694944" cy="207264"/>
            </a:xfrm>
            <a:custGeom>
              <a:avLst/>
              <a:gdLst/>
              <a:ahLst/>
              <a:cxnLst/>
              <a:rect r="r" b="b" t="t" l="l"/>
              <a:pathLst>
                <a:path h="207264" w="694944">
                  <a:moveTo>
                    <a:pt x="0" y="70485"/>
                  </a:moveTo>
                  <a:lnTo>
                    <a:pt x="636905" y="70485"/>
                  </a:lnTo>
                  <a:lnTo>
                    <a:pt x="636905" y="0"/>
                  </a:lnTo>
                  <a:lnTo>
                    <a:pt x="694944" y="103632"/>
                  </a:lnTo>
                  <a:lnTo>
                    <a:pt x="636905" y="207264"/>
                  </a:lnTo>
                  <a:lnTo>
                    <a:pt x="636905" y="136779"/>
                  </a:lnTo>
                  <a:lnTo>
                    <a:pt x="0" y="136779"/>
                  </a:lnTo>
                  <a:close/>
                </a:path>
              </a:pathLst>
            </a:custGeom>
            <a:solidFill>
              <a:srgbClr val="8DA2A4"/>
            </a:solidFill>
          </p:spPr>
        </p:sp>
      </p:grpSp>
      <p:grpSp>
        <p:nvGrpSpPr>
          <p:cNvPr name="Group 214" id="214"/>
          <p:cNvGrpSpPr/>
          <p:nvPr/>
        </p:nvGrpSpPr>
        <p:grpSpPr>
          <a:xfrm rot="0">
            <a:off x="5742432" y="7406640"/>
            <a:ext cx="3447288" cy="438912"/>
            <a:chOff x="0" y="0"/>
            <a:chExt cx="4596384" cy="585216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4596384" cy="585216"/>
            </a:xfrm>
            <a:custGeom>
              <a:avLst/>
              <a:gdLst/>
              <a:ahLst/>
              <a:cxnLst/>
              <a:rect r="r" b="b" t="t" l="l"/>
              <a:pathLst>
                <a:path h="585216" w="4596384">
                  <a:moveTo>
                    <a:pt x="0" y="70231"/>
                  </a:moveTo>
                  <a:cubicBezTo>
                    <a:pt x="0" y="31496"/>
                    <a:pt x="31496" y="0"/>
                    <a:pt x="70231" y="0"/>
                  </a:cubicBezTo>
                  <a:lnTo>
                    <a:pt x="4526153" y="0"/>
                  </a:lnTo>
                  <a:cubicBezTo>
                    <a:pt x="4564888" y="0"/>
                    <a:pt x="4596384" y="31496"/>
                    <a:pt x="4596384" y="70231"/>
                  </a:cubicBezTo>
                  <a:lnTo>
                    <a:pt x="4596384" y="514985"/>
                  </a:lnTo>
                  <a:cubicBezTo>
                    <a:pt x="4596384" y="553720"/>
                    <a:pt x="4564888" y="585216"/>
                    <a:pt x="4526153" y="585216"/>
                  </a:cubicBezTo>
                  <a:lnTo>
                    <a:pt x="70231" y="585216"/>
                  </a:lnTo>
                  <a:cubicBezTo>
                    <a:pt x="31496" y="585216"/>
                    <a:pt x="0" y="553720"/>
                    <a:pt x="0" y="514985"/>
                  </a:cubicBezTo>
                  <a:close/>
                </a:path>
              </a:pathLst>
            </a:custGeom>
            <a:solidFill>
              <a:srgbClr val="FFEEAC"/>
            </a:solidFill>
          </p:spPr>
        </p:sp>
      </p:grpSp>
      <p:grpSp>
        <p:nvGrpSpPr>
          <p:cNvPr name="Group 216" id="216"/>
          <p:cNvGrpSpPr/>
          <p:nvPr/>
        </p:nvGrpSpPr>
        <p:grpSpPr>
          <a:xfrm rot="0">
            <a:off x="5843016" y="7479792"/>
            <a:ext cx="548640" cy="274320"/>
            <a:chOff x="0" y="0"/>
            <a:chExt cx="731520" cy="365760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731520" cy="365760"/>
            </a:xfrm>
            <a:custGeom>
              <a:avLst/>
              <a:gdLst/>
              <a:ahLst/>
              <a:cxnLst/>
              <a:rect r="r" b="b" t="t" l="l"/>
              <a:pathLst>
                <a:path h="365760" w="731520">
                  <a:moveTo>
                    <a:pt x="0" y="43942"/>
                  </a:moveTo>
                  <a:cubicBezTo>
                    <a:pt x="0" y="19685"/>
                    <a:pt x="19685" y="0"/>
                    <a:pt x="43942" y="0"/>
                  </a:cubicBezTo>
                  <a:lnTo>
                    <a:pt x="687578" y="0"/>
                  </a:lnTo>
                  <a:cubicBezTo>
                    <a:pt x="711835" y="0"/>
                    <a:pt x="731520" y="19685"/>
                    <a:pt x="731520" y="43942"/>
                  </a:cubicBezTo>
                  <a:lnTo>
                    <a:pt x="731520" y="321818"/>
                  </a:lnTo>
                  <a:cubicBezTo>
                    <a:pt x="731520" y="346075"/>
                    <a:pt x="711835" y="365760"/>
                    <a:pt x="687578" y="365760"/>
                  </a:cubicBezTo>
                  <a:lnTo>
                    <a:pt x="43942" y="365760"/>
                  </a:lnTo>
                  <a:cubicBezTo>
                    <a:pt x="19685" y="365760"/>
                    <a:pt x="0" y="346075"/>
                    <a:pt x="0" y="321818"/>
                  </a:cubicBezTo>
                  <a:close/>
                </a:path>
              </a:pathLst>
            </a:custGeom>
            <a:solidFill>
              <a:srgbClr val="FFF9E5"/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5888736" y="7479792"/>
            <a:ext cx="457200" cy="274320"/>
            <a:chOff x="0" y="0"/>
            <a:chExt cx="609600" cy="365760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609600" cy="365760"/>
            </a:xfrm>
            <a:custGeom>
              <a:avLst/>
              <a:gdLst/>
              <a:ahLst/>
              <a:cxnLst/>
              <a:rect r="r" b="b" t="t" l="l"/>
              <a:pathLst>
                <a:path h="36576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19050"/>
              <a:ext cx="60960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sz="1100" b="true">
                  <a:solidFill>
                    <a:srgbClr val="9562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v2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6556248" y="7498080"/>
            <a:ext cx="201168" cy="201168"/>
            <a:chOff x="0" y="0"/>
            <a:chExt cx="268224" cy="268224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268224" cy="268224"/>
            </a:xfrm>
            <a:custGeom>
              <a:avLst/>
              <a:gdLst/>
              <a:ahLst/>
              <a:cxnLst/>
              <a:rect r="r" b="b" t="t" l="l"/>
              <a:pathLst>
                <a:path h="268224" w="268224">
                  <a:moveTo>
                    <a:pt x="0" y="134112"/>
                  </a:moveTo>
                  <a:cubicBezTo>
                    <a:pt x="0" y="60071"/>
                    <a:pt x="60071" y="0"/>
                    <a:pt x="134112" y="0"/>
                  </a:cubicBezTo>
                  <a:cubicBezTo>
                    <a:pt x="208153" y="0"/>
                    <a:pt x="268224" y="60071"/>
                    <a:pt x="268224" y="134112"/>
                  </a:cubicBezTo>
                  <a:cubicBezTo>
                    <a:pt x="268224" y="208153"/>
                    <a:pt x="208153" y="268224"/>
                    <a:pt x="134112" y="268224"/>
                  </a:cubicBezTo>
                  <a:cubicBezTo>
                    <a:pt x="60071" y="268224"/>
                    <a:pt x="0" y="208153"/>
                    <a:pt x="0" y="134112"/>
                  </a:cubicBezTo>
                  <a:close/>
                </a:path>
              </a:pathLst>
            </a:custGeom>
            <a:solidFill>
              <a:srgbClr val="FFF9E5"/>
            </a:solid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6605626" y="7547458"/>
            <a:ext cx="100584" cy="100584"/>
            <a:chOff x="0" y="0"/>
            <a:chExt cx="134112" cy="134112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67056"/>
                  </a:moveTo>
                  <a:cubicBezTo>
                    <a:pt x="0" y="29972"/>
                    <a:pt x="29972" y="0"/>
                    <a:pt x="67056" y="0"/>
                  </a:cubicBezTo>
                  <a:cubicBezTo>
                    <a:pt x="104140" y="0"/>
                    <a:pt x="134112" y="29972"/>
                    <a:pt x="134112" y="67056"/>
                  </a:cubicBezTo>
                  <a:cubicBezTo>
                    <a:pt x="134112" y="104140"/>
                    <a:pt x="104140" y="134112"/>
                    <a:pt x="67056" y="134112"/>
                  </a:cubicBezTo>
                  <a:cubicBezTo>
                    <a:pt x="29972" y="134112"/>
                    <a:pt x="0" y="104140"/>
                    <a:pt x="0" y="67056"/>
                  </a:cubicBezTo>
                  <a:close/>
                </a:path>
              </a:pathLst>
            </a:custGeom>
            <a:solidFill>
              <a:srgbClr val="D89B1A"/>
            </a:solidFill>
          </p:spPr>
        </p:sp>
      </p:grpSp>
      <p:grpSp>
        <p:nvGrpSpPr>
          <p:cNvPr name="Group 225" id="225"/>
          <p:cNvGrpSpPr/>
          <p:nvPr/>
        </p:nvGrpSpPr>
        <p:grpSpPr>
          <a:xfrm rot="0">
            <a:off x="6922008" y="7467905"/>
            <a:ext cx="2011680" cy="301752"/>
            <a:chOff x="0" y="0"/>
            <a:chExt cx="2682240" cy="402336"/>
          </a:xfrm>
        </p:grpSpPr>
        <p:sp>
          <p:nvSpPr>
            <p:cNvPr name="Freeform 226" id="226"/>
            <p:cNvSpPr/>
            <p:nvPr/>
          </p:nvSpPr>
          <p:spPr>
            <a:xfrm flipH="false" flipV="false" rot="0">
              <a:off x="0" y="0"/>
              <a:ext cx="2682240" cy="402336"/>
            </a:xfrm>
            <a:custGeom>
              <a:avLst/>
              <a:gdLst/>
              <a:ahLst/>
              <a:cxnLst/>
              <a:rect r="r" b="b" t="t" l="l"/>
              <a:pathLst>
                <a:path h="402336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27" id="227"/>
            <p:cNvSpPr txBox="true"/>
            <p:nvPr/>
          </p:nvSpPr>
          <p:spPr>
            <a:xfrm>
              <a:off x="0" y="-9525"/>
              <a:ext cx="268224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b="true">
                  <a:solidFill>
                    <a:srgbClr val="93610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Improving</a:t>
              </a:r>
            </a:p>
          </p:txBody>
        </p:sp>
      </p:grpSp>
      <p:grpSp>
        <p:nvGrpSpPr>
          <p:cNvPr name="Group 228" id="228"/>
          <p:cNvGrpSpPr/>
          <p:nvPr/>
        </p:nvGrpSpPr>
        <p:grpSpPr>
          <a:xfrm rot="0">
            <a:off x="9345168" y="7557516"/>
            <a:ext cx="521208" cy="155448"/>
            <a:chOff x="0" y="0"/>
            <a:chExt cx="694944" cy="207264"/>
          </a:xfrm>
        </p:grpSpPr>
        <p:sp>
          <p:nvSpPr>
            <p:cNvPr name="Freeform 229" id="229"/>
            <p:cNvSpPr/>
            <p:nvPr/>
          </p:nvSpPr>
          <p:spPr>
            <a:xfrm flipH="false" flipV="false" rot="0">
              <a:off x="0" y="0"/>
              <a:ext cx="694944" cy="207264"/>
            </a:xfrm>
            <a:custGeom>
              <a:avLst/>
              <a:gdLst/>
              <a:ahLst/>
              <a:cxnLst/>
              <a:rect r="r" b="b" t="t" l="l"/>
              <a:pathLst>
                <a:path h="207264" w="694944">
                  <a:moveTo>
                    <a:pt x="0" y="70485"/>
                  </a:moveTo>
                  <a:lnTo>
                    <a:pt x="636905" y="70485"/>
                  </a:lnTo>
                  <a:lnTo>
                    <a:pt x="636905" y="0"/>
                  </a:lnTo>
                  <a:lnTo>
                    <a:pt x="694944" y="103632"/>
                  </a:lnTo>
                  <a:lnTo>
                    <a:pt x="636905" y="207264"/>
                  </a:lnTo>
                  <a:lnTo>
                    <a:pt x="636905" y="136779"/>
                  </a:lnTo>
                  <a:lnTo>
                    <a:pt x="0" y="136779"/>
                  </a:lnTo>
                  <a:close/>
                </a:path>
              </a:pathLst>
            </a:custGeom>
            <a:solidFill>
              <a:srgbClr val="8DA2A4"/>
            </a:solidFill>
          </p:spPr>
        </p:sp>
      </p:grpSp>
      <p:grpSp>
        <p:nvGrpSpPr>
          <p:cNvPr name="Group 230" id="230"/>
          <p:cNvGrpSpPr/>
          <p:nvPr/>
        </p:nvGrpSpPr>
        <p:grpSpPr>
          <a:xfrm rot="0">
            <a:off x="10067544" y="7406640"/>
            <a:ext cx="3575304" cy="438912"/>
            <a:chOff x="0" y="0"/>
            <a:chExt cx="4767072" cy="585216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4767072" cy="585216"/>
            </a:xfrm>
            <a:custGeom>
              <a:avLst/>
              <a:gdLst/>
              <a:ahLst/>
              <a:cxnLst/>
              <a:rect r="r" b="b" t="t" l="l"/>
              <a:pathLst>
                <a:path h="585216" w="4767072">
                  <a:moveTo>
                    <a:pt x="0" y="70231"/>
                  </a:moveTo>
                  <a:cubicBezTo>
                    <a:pt x="0" y="31496"/>
                    <a:pt x="31496" y="0"/>
                    <a:pt x="70231" y="0"/>
                  </a:cubicBezTo>
                  <a:lnTo>
                    <a:pt x="4696841" y="0"/>
                  </a:lnTo>
                  <a:cubicBezTo>
                    <a:pt x="4735576" y="0"/>
                    <a:pt x="4767072" y="31496"/>
                    <a:pt x="4767072" y="70231"/>
                  </a:cubicBezTo>
                  <a:lnTo>
                    <a:pt x="4767072" y="514985"/>
                  </a:lnTo>
                  <a:cubicBezTo>
                    <a:pt x="4767072" y="553720"/>
                    <a:pt x="4735576" y="585216"/>
                    <a:pt x="4696841" y="585216"/>
                  </a:cubicBezTo>
                  <a:lnTo>
                    <a:pt x="70231" y="585216"/>
                  </a:lnTo>
                  <a:cubicBezTo>
                    <a:pt x="31496" y="585216"/>
                    <a:pt x="0" y="553720"/>
                    <a:pt x="0" y="514985"/>
                  </a:cubicBezTo>
                  <a:close/>
                </a:path>
              </a:pathLst>
            </a:custGeom>
            <a:solidFill>
              <a:srgbClr val="E5F3EB"/>
            </a:solidFill>
          </p:spPr>
        </p:sp>
      </p:grpSp>
      <p:grpSp>
        <p:nvGrpSpPr>
          <p:cNvPr name="Group 232" id="232"/>
          <p:cNvGrpSpPr/>
          <p:nvPr/>
        </p:nvGrpSpPr>
        <p:grpSpPr>
          <a:xfrm rot="0">
            <a:off x="10149840" y="7479792"/>
            <a:ext cx="539496" cy="274320"/>
            <a:chOff x="0" y="0"/>
            <a:chExt cx="719328" cy="365760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719328" cy="365760"/>
            </a:xfrm>
            <a:custGeom>
              <a:avLst/>
              <a:gdLst/>
              <a:ahLst/>
              <a:cxnLst/>
              <a:rect r="r" b="b" t="t" l="l"/>
              <a:pathLst>
                <a:path h="365760" w="719328">
                  <a:moveTo>
                    <a:pt x="0" y="43942"/>
                  </a:moveTo>
                  <a:cubicBezTo>
                    <a:pt x="0" y="19685"/>
                    <a:pt x="19685" y="0"/>
                    <a:pt x="43942" y="0"/>
                  </a:cubicBezTo>
                  <a:lnTo>
                    <a:pt x="675386" y="0"/>
                  </a:lnTo>
                  <a:cubicBezTo>
                    <a:pt x="699643" y="0"/>
                    <a:pt x="719328" y="19685"/>
                    <a:pt x="719328" y="43942"/>
                  </a:cubicBezTo>
                  <a:lnTo>
                    <a:pt x="719328" y="321818"/>
                  </a:lnTo>
                  <a:cubicBezTo>
                    <a:pt x="719328" y="346075"/>
                    <a:pt x="699643" y="365760"/>
                    <a:pt x="675386" y="365760"/>
                  </a:cubicBezTo>
                  <a:lnTo>
                    <a:pt x="43942" y="365760"/>
                  </a:lnTo>
                  <a:cubicBezTo>
                    <a:pt x="19685" y="365760"/>
                    <a:pt x="0" y="346075"/>
                    <a:pt x="0" y="3218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4" id="234"/>
          <p:cNvGrpSpPr/>
          <p:nvPr/>
        </p:nvGrpSpPr>
        <p:grpSpPr>
          <a:xfrm rot="0">
            <a:off x="10195560" y="7479792"/>
            <a:ext cx="448056" cy="274320"/>
            <a:chOff x="0" y="0"/>
            <a:chExt cx="597408" cy="365760"/>
          </a:xfrm>
        </p:grpSpPr>
        <p:sp>
          <p:nvSpPr>
            <p:cNvPr name="Freeform 235" id="235"/>
            <p:cNvSpPr/>
            <p:nvPr/>
          </p:nvSpPr>
          <p:spPr>
            <a:xfrm flipH="false" flipV="false" rot="0">
              <a:off x="0" y="0"/>
              <a:ext cx="597408" cy="365760"/>
            </a:xfrm>
            <a:custGeom>
              <a:avLst/>
              <a:gdLst/>
              <a:ahLst/>
              <a:cxnLst/>
              <a:rect r="r" b="b" t="t" l="l"/>
              <a:pathLst>
                <a:path h="365760" w="597408">
                  <a:moveTo>
                    <a:pt x="0" y="0"/>
                  </a:moveTo>
                  <a:lnTo>
                    <a:pt x="597408" y="0"/>
                  </a:lnTo>
                  <a:lnTo>
                    <a:pt x="59740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8553" t="0" r="-28553" b="0"/>
              </a:stretch>
            </a:blipFill>
          </p:spPr>
        </p:sp>
        <p:sp>
          <p:nvSpPr>
            <p:cNvPr name="TextBox 236" id="236"/>
            <p:cNvSpPr txBox="true"/>
            <p:nvPr/>
          </p:nvSpPr>
          <p:spPr>
            <a:xfrm>
              <a:off x="0" y="-19050"/>
              <a:ext cx="597408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sz="1100" b="true">
                  <a:solidFill>
                    <a:srgbClr val="347C6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v3</a:t>
              </a:r>
            </a:p>
          </p:txBody>
        </p:sp>
      </p:grpSp>
      <p:grpSp>
        <p:nvGrpSpPr>
          <p:cNvPr name="Group 237" id="237"/>
          <p:cNvGrpSpPr/>
          <p:nvPr/>
        </p:nvGrpSpPr>
        <p:grpSpPr>
          <a:xfrm rot="0">
            <a:off x="10835640" y="7498080"/>
            <a:ext cx="210312" cy="210312"/>
            <a:chOff x="0" y="0"/>
            <a:chExt cx="280416" cy="280416"/>
          </a:xfrm>
        </p:grpSpPr>
        <p:sp>
          <p:nvSpPr>
            <p:cNvPr name="Freeform 238" id="238"/>
            <p:cNvSpPr/>
            <p:nvPr/>
          </p:nvSpPr>
          <p:spPr>
            <a:xfrm flipH="false" flipV="false" rot="0">
              <a:off x="0" y="0"/>
              <a:ext cx="280416" cy="280416"/>
            </a:xfrm>
            <a:custGeom>
              <a:avLst/>
              <a:gdLst/>
              <a:ahLst/>
              <a:cxnLst/>
              <a:rect r="r" b="b" t="t" l="l"/>
              <a:pathLst>
                <a:path h="280416" w="280416">
                  <a:moveTo>
                    <a:pt x="0" y="140208"/>
                  </a:moveTo>
                  <a:cubicBezTo>
                    <a:pt x="0" y="62738"/>
                    <a:pt x="62738" y="0"/>
                    <a:pt x="140208" y="0"/>
                  </a:cubicBezTo>
                  <a:cubicBezTo>
                    <a:pt x="217678" y="0"/>
                    <a:pt x="280416" y="62738"/>
                    <a:pt x="280416" y="140208"/>
                  </a:cubicBezTo>
                  <a:cubicBezTo>
                    <a:pt x="280416" y="217678"/>
                    <a:pt x="217678" y="280416"/>
                    <a:pt x="140208" y="280416"/>
                  </a:cubicBezTo>
                  <a:cubicBezTo>
                    <a:pt x="62738" y="280416"/>
                    <a:pt x="0" y="217678"/>
                    <a:pt x="0" y="14020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239" id="239"/>
          <p:cNvSpPr/>
          <p:nvPr/>
        </p:nvSpPr>
        <p:spPr>
          <a:xfrm rot="3002100">
            <a:off x="10854461" y="7597826"/>
            <a:ext cx="74695" cy="0"/>
          </a:xfrm>
          <a:prstGeom prst="line">
            <a:avLst/>
          </a:prstGeom>
          <a:ln cap="rnd" w="19050">
            <a:solidFill>
              <a:srgbClr val="347C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0" id="240"/>
          <p:cNvSpPr/>
          <p:nvPr/>
        </p:nvSpPr>
        <p:spPr>
          <a:xfrm rot="-2812140">
            <a:off x="10869749" y="7570013"/>
            <a:ext cx="154676" cy="0"/>
          </a:xfrm>
          <a:prstGeom prst="line">
            <a:avLst/>
          </a:prstGeom>
          <a:ln cap="rnd" w="19050">
            <a:solidFill>
              <a:srgbClr val="347C6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1" id="241"/>
          <p:cNvGrpSpPr/>
          <p:nvPr/>
        </p:nvGrpSpPr>
        <p:grpSpPr>
          <a:xfrm rot="0">
            <a:off x="11228832" y="7467905"/>
            <a:ext cx="2286000" cy="301752"/>
            <a:chOff x="0" y="0"/>
            <a:chExt cx="3048000" cy="402336"/>
          </a:xfrm>
        </p:grpSpPr>
        <p:sp>
          <p:nvSpPr>
            <p:cNvPr name="Freeform 242" id="242"/>
            <p:cNvSpPr/>
            <p:nvPr/>
          </p:nvSpPr>
          <p:spPr>
            <a:xfrm flipH="false" flipV="false" rot="0">
              <a:off x="0" y="0"/>
              <a:ext cx="3048000" cy="402336"/>
            </a:xfrm>
            <a:custGeom>
              <a:avLst/>
              <a:gdLst/>
              <a:ahLst/>
              <a:cxnLst/>
              <a:rect r="r" b="b" t="t" l="l"/>
              <a:pathLst>
                <a:path h="402336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97613" r="0" b="-97613"/>
              </a:stretch>
            </a:blipFill>
          </p:spPr>
        </p:sp>
        <p:sp>
          <p:nvSpPr>
            <p:cNvPr name="TextBox 243" id="243"/>
            <p:cNvSpPr txBox="true"/>
            <p:nvPr/>
          </p:nvSpPr>
          <p:spPr>
            <a:xfrm>
              <a:off x="0" y="-9525"/>
              <a:ext cx="304800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28"/>
                </a:lnSpc>
              </a:pPr>
              <a:r>
                <a:rPr lang="en-US" sz="1190" b="true">
                  <a:solidFill>
                    <a:srgbClr val="347C6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 open gaps</a:t>
              </a:r>
            </a:p>
          </p:txBody>
        </p:sp>
      </p:grpSp>
      <p:sp>
        <p:nvSpPr>
          <p:cNvPr name="AutoShape 244" id="244"/>
          <p:cNvSpPr/>
          <p:nvPr/>
        </p:nvSpPr>
        <p:spPr>
          <a:xfrm>
            <a:off x="13642848" y="7626096"/>
            <a:ext cx="380354" cy="0"/>
          </a:xfrm>
          <a:prstGeom prst="line">
            <a:avLst/>
          </a:prstGeom>
          <a:ln cap="rnd" w="57150">
            <a:solidFill>
              <a:srgbClr val="315D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5" id="245"/>
          <p:cNvSpPr/>
          <p:nvPr/>
        </p:nvSpPr>
        <p:spPr>
          <a:xfrm rot="-5344620">
            <a:off x="13102342" y="6715125"/>
            <a:ext cx="1812522" cy="0"/>
          </a:xfrm>
          <a:prstGeom prst="line">
            <a:avLst/>
          </a:prstGeom>
          <a:ln cap="rnd" w="57150">
            <a:solidFill>
              <a:srgbClr val="315D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6" id="246"/>
          <p:cNvGrpSpPr/>
          <p:nvPr/>
        </p:nvGrpSpPr>
        <p:grpSpPr>
          <a:xfrm rot="0">
            <a:off x="13871448" y="5618988"/>
            <a:ext cx="841248" cy="466344"/>
            <a:chOff x="0" y="0"/>
            <a:chExt cx="1121664" cy="621792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1121664" cy="621792"/>
            </a:xfrm>
            <a:custGeom>
              <a:avLst/>
              <a:gdLst/>
              <a:ahLst/>
              <a:cxnLst/>
              <a:rect r="r" b="b" t="t" l="l"/>
              <a:pathLst>
                <a:path h="621792" w="1121664">
                  <a:moveTo>
                    <a:pt x="0" y="199009"/>
                  </a:moveTo>
                  <a:lnTo>
                    <a:pt x="928878" y="199009"/>
                  </a:lnTo>
                  <a:lnTo>
                    <a:pt x="928878" y="0"/>
                  </a:lnTo>
                  <a:lnTo>
                    <a:pt x="1121664" y="310896"/>
                  </a:lnTo>
                  <a:lnTo>
                    <a:pt x="928878" y="621792"/>
                  </a:lnTo>
                  <a:lnTo>
                    <a:pt x="928878" y="422783"/>
                  </a:lnTo>
                  <a:lnTo>
                    <a:pt x="0" y="422783"/>
                  </a:lnTo>
                  <a:close/>
                </a:path>
              </a:pathLst>
            </a:custGeom>
            <a:solidFill>
              <a:srgbClr val="315D66"/>
            </a:solidFill>
          </p:spPr>
        </p:sp>
      </p:grpSp>
      <p:grpSp>
        <p:nvGrpSpPr>
          <p:cNvPr name="Group 248" id="248"/>
          <p:cNvGrpSpPr/>
          <p:nvPr/>
        </p:nvGrpSpPr>
        <p:grpSpPr>
          <a:xfrm rot="0">
            <a:off x="13359384" y="5431536"/>
            <a:ext cx="1271016" cy="256032"/>
            <a:chOff x="0" y="0"/>
            <a:chExt cx="1694688" cy="341376"/>
          </a:xfrm>
        </p:grpSpPr>
        <p:sp>
          <p:nvSpPr>
            <p:cNvPr name="Freeform 249" id="249"/>
            <p:cNvSpPr/>
            <p:nvPr/>
          </p:nvSpPr>
          <p:spPr>
            <a:xfrm flipH="false" flipV="false" rot="0">
              <a:off x="0" y="0"/>
              <a:ext cx="1694688" cy="341376"/>
            </a:xfrm>
            <a:custGeom>
              <a:avLst/>
              <a:gdLst/>
              <a:ahLst/>
              <a:cxnLst/>
              <a:rect r="r" b="b" t="t" l="l"/>
              <a:pathLst>
                <a:path h="341376" w="1694688">
                  <a:moveTo>
                    <a:pt x="0" y="0"/>
                  </a:moveTo>
                  <a:lnTo>
                    <a:pt x="1694688" y="0"/>
                  </a:lnTo>
                  <a:lnTo>
                    <a:pt x="1694688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6729" r="0" b="-46729"/>
              </a:stretch>
            </a:blipFill>
          </p:spPr>
        </p:sp>
        <p:sp>
          <p:nvSpPr>
            <p:cNvPr name="TextBox 250" id="250"/>
            <p:cNvSpPr txBox="true"/>
            <p:nvPr/>
          </p:nvSpPr>
          <p:spPr>
            <a:xfrm>
              <a:off x="0" y="0"/>
              <a:ext cx="1694688" cy="341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2"/>
                </a:lnSpc>
              </a:pPr>
              <a:r>
                <a:rPr lang="en-US" sz="960" b="true">
                  <a:solidFill>
                    <a:srgbClr val="347C6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WHEN CLEAR</a:t>
              </a:r>
            </a:p>
          </p:txBody>
        </p:sp>
      </p:grpSp>
      <p:sp>
        <p:nvSpPr>
          <p:cNvPr name="AutoShape 251" id="251"/>
          <p:cNvSpPr/>
          <p:nvPr/>
        </p:nvSpPr>
        <p:spPr>
          <a:xfrm rot="2700">
            <a:off x="1109215" y="8416862"/>
            <a:ext cx="16106146" cy="0"/>
          </a:xfrm>
          <a:prstGeom prst="line">
            <a:avLst/>
          </a:prstGeom>
          <a:ln cap="rnd" w="9525">
            <a:solidFill>
              <a:srgbClr val="D1DD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2" id="252"/>
          <p:cNvGrpSpPr/>
          <p:nvPr/>
        </p:nvGrpSpPr>
        <p:grpSpPr>
          <a:xfrm rot="0">
            <a:off x="1152144" y="8705088"/>
            <a:ext cx="265176" cy="265176"/>
            <a:chOff x="0" y="0"/>
            <a:chExt cx="353568" cy="353568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53568" cy="353568"/>
            </a:xfrm>
            <a:custGeom>
              <a:avLst/>
              <a:gdLst/>
              <a:ahLst/>
              <a:cxnLst/>
              <a:rect r="r" b="b" t="t" l="l"/>
              <a:pathLst>
                <a:path h="353568" w="353568">
                  <a:moveTo>
                    <a:pt x="0" y="176784"/>
                  </a:moveTo>
                  <a:cubicBezTo>
                    <a:pt x="0" y="79121"/>
                    <a:pt x="79121" y="0"/>
                    <a:pt x="176784" y="0"/>
                  </a:cubicBezTo>
                  <a:cubicBezTo>
                    <a:pt x="274447" y="0"/>
                    <a:pt x="353568" y="79121"/>
                    <a:pt x="353568" y="176784"/>
                  </a:cubicBezTo>
                  <a:cubicBezTo>
                    <a:pt x="353568" y="274447"/>
                    <a:pt x="274447" y="353568"/>
                    <a:pt x="176784" y="353568"/>
                  </a:cubicBezTo>
                  <a:cubicBezTo>
                    <a:pt x="79121" y="353568"/>
                    <a:pt x="0" y="274447"/>
                    <a:pt x="0" y="176784"/>
                  </a:cubicBezTo>
                  <a:close/>
                </a:path>
              </a:pathLst>
            </a:custGeom>
            <a:solidFill>
              <a:srgbClr val="E8F2F2"/>
            </a:solidFill>
          </p:spPr>
        </p:sp>
      </p:grpSp>
      <p:sp>
        <p:nvSpPr>
          <p:cNvPr name="AutoShape 254" id="254"/>
          <p:cNvSpPr/>
          <p:nvPr/>
        </p:nvSpPr>
        <p:spPr>
          <a:xfrm rot="3014040">
            <a:off x="1189253" y="8832266"/>
            <a:ext cx="79238" cy="0"/>
          </a:xfrm>
          <a:prstGeom prst="line">
            <a:avLst/>
          </a:prstGeom>
          <a:ln cap="rnd" w="19050">
            <a:solidFill>
              <a:srgbClr val="315D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5" id="255"/>
          <p:cNvSpPr/>
          <p:nvPr/>
        </p:nvSpPr>
        <p:spPr>
          <a:xfrm rot="-2814180">
            <a:off x="1206113" y="8801595"/>
            <a:ext cx="167411" cy="0"/>
          </a:xfrm>
          <a:prstGeom prst="line">
            <a:avLst/>
          </a:prstGeom>
          <a:ln cap="rnd" w="19050">
            <a:solidFill>
              <a:srgbClr val="315D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6" id="256"/>
          <p:cNvGrpSpPr/>
          <p:nvPr/>
        </p:nvGrpSpPr>
        <p:grpSpPr>
          <a:xfrm rot="0">
            <a:off x="1545336" y="8641080"/>
            <a:ext cx="4023360" cy="384048"/>
            <a:chOff x="0" y="0"/>
            <a:chExt cx="5364480" cy="512064"/>
          </a:xfrm>
        </p:grpSpPr>
        <p:sp>
          <p:nvSpPr>
            <p:cNvPr name="Freeform 257" id="257"/>
            <p:cNvSpPr/>
            <p:nvPr/>
          </p:nvSpPr>
          <p:spPr>
            <a:xfrm flipH="false" flipV="false" rot="0">
              <a:off x="0" y="0"/>
              <a:ext cx="5364480" cy="512064"/>
            </a:xfrm>
            <a:custGeom>
              <a:avLst/>
              <a:gdLst/>
              <a:ahLst/>
              <a:cxnLst/>
              <a:rect r="r" b="b" t="t" l="l"/>
              <a:pathLst>
                <a:path h="512064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4128" r="0" b="-154128"/>
              </a:stretch>
            </a:blipFill>
          </p:spPr>
        </p:sp>
        <p:sp>
          <p:nvSpPr>
            <p:cNvPr name="TextBox 258" id="258"/>
            <p:cNvSpPr txBox="true"/>
            <p:nvPr/>
          </p:nvSpPr>
          <p:spPr>
            <a:xfrm>
              <a:off x="0" y="-9525"/>
              <a:ext cx="536448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00"/>
                </a:lnSpc>
              </a:pPr>
              <a:r>
                <a:rPr lang="en-US" sz="1250" b="true">
                  <a:solidFill>
                    <a:srgbClr val="315D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REAL CONTEXT</a:t>
              </a:r>
            </a:p>
          </p:txBody>
        </p:sp>
      </p:grpSp>
      <p:grpSp>
        <p:nvGrpSpPr>
          <p:cNvPr name="Group 259" id="259"/>
          <p:cNvGrpSpPr/>
          <p:nvPr/>
        </p:nvGrpSpPr>
        <p:grpSpPr>
          <a:xfrm rot="0">
            <a:off x="6885432" y="8705088"/>
            <a:ext cx="265176" cy="265176"/>
            <a:chOff x="0" y="0"/>
            <a:chExt cx="353568" cy="353568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53568" cy="353568"/>
            </a:xfrm>
            <a:custGeom>
              <a:avLst/>
              <a:gdLst/>
              <a:ahLst/>
              <a:cxnLst/>
              <a:rect r="r" b="b" t="t" l="l"/>
              <a:pathLst>
                <a:path h="353568" w="353568">
                  <a:moveTo>
                    <a:pt x="0" y="176784"/>
                  </a:moveTo>
                  <a:cubicBezTo>
                    <a:pt x="0" y="79121"/>
                    <a:pt x="79121" y="0"/>
                    <a:pt x="176784" y="0"/>
                  </a:cubicBezTo>
                  <a:cubicBezTo>
                    <a:pt x="274447" y="0"/>
                    <a:pt x="353568" y="79121"/>
                    <a:pt x="353568" y="176784"/>
                  </a:cubicBezTo>
                  <a:cubicBezTo>
                    <a:pt x="353568" y="274447"/>
                    <a:pt x="274447" y="353568"/>
                    <a:pt x="176784" y="353568"/>
                  </a:cubicBezTo>
                  <a:cubicBezTo>
                    <a:pt x="79121" y="353568"/>
                    <a:pt x="0" y="274447"/>
                    <a:pt x="0" y="176784"/>
                  </a:cubicBezTo>
                  <a:close/>
                </a:path>
              </a:pathLst>
            </a:custGeom>
            <a:solidFill>
              <a:srgbClr val="E8F2F2"/>
            </a:solidFill>
          </p:spPr>
        </p:sp>
      </p:grpSp>
      <p:sp>
        <p:nvSpPr>
          <p:cNvPr name="AutoShape 261" id="261"/>
          <p:cNvSpPr/>
          <p:nvPr/>
        </p:nvSpPr>
        <p:spPr>
          <a:xfrm rot="3014040">
            <a:off x="6922541" y="8832266"/>
            <a:ext cx="79238" cy="0"/>
          </a:xfrm>
          <a:prstGeom prst="line">
            <a:avLst/>
          </a:prstGeom>
          <a:ln cap="rnd" w="19050">
            <a:solidFill>
              <a:srgbClr val="315D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2" id="262"/>
          <p:cNvSpPr/>
          <p:nvPr/>
        </p:nvSpPr>
        <p:spPr>
          <a:xfrm rot="-2814180">
            <a:off x="6939401" y="8801595"/>
            <a:ext cx="167411" cy="0"/>
          </a:xfrm>
          <a:prstGeom prst="line">
            <a:avLst/>
          </a:prstGeom>
          <a:ln cap="rnd" w="19050">
            <a:solidFill>
              <a:srgbClr val="315D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3" id="263"/>
          <p:cNvGrpSpPr/>
          <p:nvPr/>
        </p:nvGrpSpPr>
        <p:grpSpPr>
          <a:xfrm rot="0">
            <a:off x="7278624" y="8641080"/>
            <a:ext cx="4023360" cy="384048"/>
            <a:chOff x="0" y="0"/>
            <a:chExt cx="5364480" cy="512064"/>
          </a:xfrm>
        </p:grpSpPr>
        <p:sp>
          <p:nvSpPr>
            <p:cNvPr name="Freeform 264" id="264"/>
            <p:cNvSpPr/>
            <p:nvPr/>
          </p:nvSpPr>
          <p:spPr>
            <a:xfrm flipH="false" flipV="false" rot="0">
              <a:off x="0" y="0"/>
              <a:ext cx="5364480" cy="512064"/>
            </a:xfrm>
            <a:custGeom>
              <a:avLst/>
              <a:gdLst/>
              <a:ahLst/>
              <a:cxnLst/>
              <a:rect r="r" b="b" t="t" l="l"/>
              <a:pathLst>
                <a:path h="512064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4128" r="0" b="-154128"/>
              </a:stretch>
            </a:blipFill>
          </p:spPr>
        </p:sp>
        <p:sp>
          <p:nvSpPr>
            <p:cNvPr name="TextBox 265" id="265"/>
            <p:cNvSpPr txBox="true"/>
            <p:nvPr/>
          </p:nvSpPr>
          <p:spPr>
            <a:xfrm>
              <a:off x="0" y="-9525"/>
              <a:ext cx="536448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00"/>
                </a:lnSpc>
              </a:pPr>
              <a:r>
                <a:rPr lang="en-US" sz="1250" b="true">
                  <a:solidFill>
                    <a:srgbClr val="315D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ONGOING CHECKS</a:t>
              </a:r>
            </a:p>
          </p:txBody>
        </p:sp>
      </p:grpSp>
      <p:grpSp>
        <p:nvGrpSpPr>
          <p:cNvPr name="Group 266" id="266"/>
          <p:cNvGrpSpPr/>
          <p:nvPr/>
        </p:nvGrpSpPr>
        <p:grpSpPr>
          <a:xfrm rot="0">
            <a:off x="12527280" y="8705088"/>
            <a:ext cx="265176" cy="265176"/>
            <a:chOff x="0" y="0"/>
            <a:chExt cx="353568" cy="353568"/>
          </a:xfrm>
        </p:grpSpPr>
        <p:sp>
          <p:nvSpPr>
            <p:cNvPr name="Freeform 267" id="267"/>
            <p:cNvSpPr/>
            <p:nvPr/>
          </p:nvSpPr>
          <p:spPr>
            <a:xfrm flipH="false" flipV="false" rot="0">
              <a:off x="0" y="0"/>
              <a:ext cx="353568" cy="353568"/>
            </a:xfrm>
            <a:custGeom>
              <a:avLst/>
              <a:gdLst/>
              <a:ahLst/>
              <a:cxnLst/>
              <a:rect r="r" b="b" t="t" l="l"/>
              <a:pathLst>
                <a:path h="353568" w="353568">
                  <a:moveTo>
                    <a:pt x="0" y="176784"/>
                  </a:moveTo>
                  <a:cubicBezTo>
                    <a:pt x="0" y="79121"/>
                    <a:pt x="79121" y="0"/>
                    <a:pt x="176784" y="0"/>
                  </a:cubicBezTo>
                  <a:cubicBezTo>
                    <a:pt x="274447" y="0"/>
                    <a:pt x="353568" y="79121"/>
                    <a:pt x="353568" y="176784"/>
                  </a:cubicBezTo>
                  <a:cubicBezTo>
                    <a:pt x="353568" y="274447"/>
                    <a:pt x="274447" y="353568"/>
                    <a:pt x="176784" y="353568"/>
                  </a:cubicBezTo>
                  <a:cubicBezTo>
                    <a:pt x="79121" y="353568"/>
                    <a:pt x="0" y="274447"/>
                    <a:pt x="0" y="176784"/>
                  </a:cubicBezTo>
                  <a:close/>
                </a:path>
              </a:pathLst>
            </a:custGeom>
            <a:solidFill>
              <a:srgbClr val="E8F2F2"/>
            </a:solidFill>
          </p:spPr>
        </p:sp>
      </p:grpSp>
      <p:sp>
        <p:nvSpPr>
          <p:cNvPr name="AutoShape 268" id="268"/>
          <p:cNvSpPr/>
          <p:nvPr/>
        </p:nvSpPr>
        <p:spPr>
          <a:xfrm rot="3014040">
            <a:off x="12564389" y="8832266"/>
            <a:ext cx="79238" cy="0"/>
          </a:xfrm>
          <a:prstGeom prst="line">
            <a:avLst/>
          </a:prstGeom>
          <a:ln cap="rnd" w="19050">
            <a:solidFill>
              <a:srgbClr val="315D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9" id="269"/>
          <p:cNvSpPr/>
          <p:nvPr/>
        </p:nvSpPr>
        <p:spPr>
          <a:xfrm rot="-2814180">
            <a:off x="12581249" y="8801595"/>
            <a:ext cx="167411" cy="0"/>
          </a:xfrm>
          <a:prstGeom prst="line">
            <a:avLst/>
          </a:prstGeom>
          <a:ln cap="rnd" w="19050">
            <a:solidFill>
              <a:srgbClr val="315D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0" id="270"/>
          <p:cNvGrpSpPr/>
          <p:nvPr/>
        </p:nvGrpSpPr>
        <p:grpSpPr>
          <a:xfrm rot="0">
            <a:off x="12920472" y="8641080"/>
            <a:ext cx="4023360" cy="384048"/>
            <a:chOff x="0" y="0"/>
            <a:chExt cx="5364480" cy="512064"/>
          </a:xfrm>
        </p:grpSpPr>
        <p:sp>
          <p:nvSpPr>
            <p:cNvPr name="Freeform 271" id="271"/>
            <p:cNvSpPr/>
            <p:nvPr/>
          </p:nvSpPr>
          <p:spPr>
            <a:xfrm flipH="false" flipV="false" rot="0">
              <a:off x="0" y="0"/>
              <a:ext cx="5364480" cy="512064"/>
            </a:xfrm>
            <a:custGeom>
              <a:avLst/>
              <a:gdLst/>
              <a:ahLst/>
              <a:cxnLst/>
              <a:rect r="r" b="b" t="t" l="l"/>
              <a:pathLst>
                <a:path h="512064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4128" r="0" b="-154128"/>
              </a:stretch>
            </a:blipFill>
          </p:spPr>
        </p:sp>
        <p:sp>
          <p:nvSpPr>
            <p:cNvPr name="TextBox 272" id="272"/>
            <p:cNvSpPr txBox="true"/>
            <p:nvPr/>
          </p:nvSpPr>
          <p:spPr>
            <a:xfrm>
              <a:off x="0" y="-9525"/>
              <a:ext cx="536448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00"/>
                </a:lnSpc>
              </a:pPr>
              <a:r>
                <a:rPr lang="en-US" sz="1250" b="true">
                  <a:solidFill>
                    <a:srgbClr val="315D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LAWYER-READY</a:t>
              </a:r>
            </a:p>
          </p:txBody>
        </p:sp>
      </p:grpSp>
      <p:grpSp>
        <p:nvGrpSpPr>
          <p:cNvPr name="Group 273" id="273"/>
          <p:cNvGrpSpPr/>
          <p:nvPr/>
        </p:nvGrpSpPr>
        <p:grpSpPr>
          <a:xfrm rot="0">
            <a:off x="4158586" y="1272016"/>
            <a:ext cx="269215" cy="222028"/>
            <a:chOff x="0" y="0"/>
            <a:chExt cx="358953" cy="296037"/>
          </a:xfrm>
        </p:grpSpPr>
        <p:sp>
          <p:nvSpPr>
            <p:cNvPr name="Freeform 274" id="274" descr="image.png"/>
            <p:cNvSpPr/>
            <p:nvPr/>
          </p:nvSpPr>
          <p:spPr>
            <a:xfrm flipH="false" flipV="false" rot="0">
              <a:off x="0" y="0"/>
              <a:ext cx="358902" cy="296037"/>
            </a:xfrm>
            <a:custGeom>
              <a:avLst/>
              <a:gdLst/>
              <a:ahLst/>
              <a:cxnLst/>
              <a:rect r="r" b="b" t="t" l="l"/>
              <a:pathLst>
                <a:path h="296037" w="358902">
                  <a:moveTo>
                    <a:pt x="0" y="0"/>
                  </a:moveTo>
                  <a:lnTo>
                    <a:pt x="358902" y="0"/>
                  </a:lnTo>
                  <a:lnTo>
                    <a:pt x="358902" y="296037"/>
                  </a:lnTo>
                  <a:lnTo>
                    <a:pt x="0" y="296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4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27427" y="954576"/>
            <a:ext cx="10233146" cy="693858"/>
          </a:xfrm>
          <a:custGeom>
            <a:avLst/>
            <a:gdLst/>
            <a:ahLst/>
            <a:cxnLst/>
            <a:rect r="r" b="b" t="t" l="l"/>
            <a:pathLst>
              <a:path h="693858" w="10233146">
                <a:moveTo>
                  <a:pt x="0" y="0"/>
                </a:moveTo>
                <a:lnTo>
                  <a:pt x="10233146" y="0"/>
                </a:lnTo>
                <a:lnTo>
                  <a:pt x="10233146" y="693859"/>
                </a:lnTo>
                <a:lnTo>
                  <a:pt x="0" y="693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00894" y="1190730"/>
            <a:ext cx="384600" cy="384600"/>
          </a:xfrm>
          <a:custGeom>
            <a:avLst/>
            <a:gdLst/>
            <a:ahLst/>
            <a:cxnLst/>
            <a:rect r="r" b="b" t="t" l="l"/>
            <a:pathLst>
              <a:path h="384600" w="384600">
                <a:moveTo>
                  <a:pt x="0" y="0"/>
                </a:moveTo>
                <a:lnTo>
                  <a:pt x="384600" y="0"/>
                </a:lnTo>
                <a:lnTo>
                  <a:pt x="384600" y="384600"/>
                </a:lnTo>
                <a:lnTo>
                  <a:pt x="0" y="384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45644" y="1148715"/>
            <a:ext cx="2067239" cy="36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7"/>
              </a:lnSpc>
            </a:pPr>
            <a:r>
              <a:rPr lang="en-US" sz="1797" b="true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Regulift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89520" y="1190730"/>
            <a:ext cx="1513332" cy="384962"/>
            <a:chOff x="0" y="0"/>
            <a:chExt cx="2017776" cy="513283"/>
          </a:xfrm>
        </p:grpSpPr>
        <p:sp>
          <p:nvSpPr>
            <p:cNvPr name="Freeform 6" id="6">
              <a:hlinkClick r:id="rId6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FAFAFA"/>
                  </a:solidFill>
                  <a:latin typeface="Poppins"/>
                  <a:ea typeface="Poppins"/>
                  <a:cs typeface="Poppins"/>
                  <a:sym typeface="Poppins"/>
                </a:rPr>
                <a:t>About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12580" y="1190730"/>
            <a:ext cx="1513332" cy="384962"/>
            <a:chOff x="0" y="0"/>
            <a:chExt cx="2017776" cy="513283"/>
          </a:xfrm>
        </p:grpSpPr>
        <p:sp>
          <p:nvSpPr>
            <p:cNvPr name="Freeform 9" id="9">
              <a:hlinkClick r:id="rId7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Service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35640" y="1190730"/>
            <a:ext cx="1513332" cy="384962"/>
            <a:chOff x="0" y="0"/>
            <a:chExt cx="2017776" cy="513283"/>
          </a:xfrm>
        </p:grpSpPr>
        <p:sp>
          <p:nvSpPr>
            <p:cNvPr name="Freeform 12" id="12">
              <a:hlinkClick r:id="rId8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Team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58700" y="1190730"/>
            <a:ext cx="1513332" cy="384962"/>
            <a:chOff x="0" y="0"/>
            <a:chExt cx="2017776" cy="513283"/>
          </a:xfrm>
        </p:grpSpPr>
        <p:sp>
          <p:nvSpPr>
            <p:cNvPr name="Freeform 15" id="15">
              <a:hlinkClick r:id="rId9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Conclusion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879824" y="9619488"/>
            <a:ext cx="1042416" cy="347472"/>
            <a:chOff x="0" y="0"/>
            <a:chExt cx="1389888" cy="4632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89888" cy="463296"/>
            </a:xfrm>
            <a:custGeom>
              <a:avLst/>
              <a:gdLst/>
              <a:ahLst/>
              <a:cxnLst/>
              <a:rect r="r" b="b" t="t" l="l"/>
              <a:pathLst>
                <a:path h="463296" w="1389888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1283335" y="0"/>
                  </a:lnTo>
                  <a:cubicBezTo>
                    <a:pt x="1342136" y="0"/>
                    <a:pt x="1389888" y="47752"/>
                    <a:pt x="1389888" y="106553"/>
                  </a:cubicBezTo>
                  <a:lnTo>
                    <a:pt x="1389888" y="356743"/>
                  </a:lnTo>
                  <a:cubicBezTo>
                    <a:pt x="1389888" y="415544"/>
                    <a:pt x="1342136" y="463296"/>
                    <a:pt x="1283335" y="463296"/>
                  </a:cubicBezTo>
                  <a:lnTo>
                    <a:pt x="106553" y="463296"/>
                  </a:lnTo>
                  <a:cubicBezTo>
                    <a:pt x="47752" y="463296"/>
                    <a:pt x="0" y="415544"/>
                    <a:pt x="0" y="356743"/>
                  </a:cubicBezTo>
                  <a:close/>
                </a:path>
              </a:pathLst>
            </a:custGeom>
            <a:solidFill>
              <a:srgbClr val="1D202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389888" cy="472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BFBFB"/>
                  </a:solidFill>
                  <a:latin typeface="Poppins"/>
                  <a:ea typeface="Poppins"/>
                  <a:cs typeface="Poppins"/>
                  <a:sym typeface="Poppins"/>
                </a:rPr>
                <a:t>Page 05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69848" y="2029968"/>
            <a:ext cx="7863840" cy="329184"/>
            <a:chOff x="0" y="0"/>
            <a:chExt cx="10485120" cy="4389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85120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15475" r="0" b="-41547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048512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49707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INITIAL PACKAGES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33272" y="2560320"/>
            <a:ext cx="7635240" cy="804672"/>
            <a:chOff x="0" y="0"/>
            <a:chExt cx="10180320" cy="10728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803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180320">
                  <a:moveTo>
                    <a:pt x="0" y="0"/>
                  </a:moveTo>
                  <a:lnTo>
                    <a:pt x="10180320" y="0"/>
                  </a:lnTo>
                  <a:lnTo>
                    <a:pt x="10180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34886" r="0" b="-13488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18032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717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FOUR TO START.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385048" y="2560320"/>
            <a:ext cx="8595360" cy="804672"/>
            <a:chOff x="0" y="0"/>
            <a:chExt cx="11460480" cy="10728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4604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8135" r="0" b="-15813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146048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49707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MORE TO COME.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3240">
            <a:off x="1071372" y="3552254"/>
            <a:ext cx="16200130" cy="0"/>
          </a:xfrm>
          <a:prstGeom prst="line">
            <a:avLst/>
          </a:prstGeom>
          <a:ln cap="rnd" w="9525">
            <a:solidFill>
              <a:srgbClr val="DFE6E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1054351" y="4798819"/>
            <a:ext cx="3853177" cy="3578857"/>
            <a:chOff x="0" y="0"/>
            <a:chExt cx="5137569" cy="477180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37531" cy="4771771"/>
            </a:xfrm>
            <a:custGeom>
              <a:avLst/>
              <a:gdLst/>
              <a:ahLst/>
              <a:cxnLst/>
              <a:rect r="r" b="b" t="t" l="l"/>
              <a:pathLst>
                <a:path h="4771771" w="5137531">
                  <a:moveTo>
                    <a:pt x="0" y="715772"/>
                  </a:moveTo>
                  <a:cubicBezTo>
                    <a:pt x="0" y="320421"/>
                    <a:pt x="320421" y="0"/>
                    <a:pt x="715772" y="0"/>
                  </a:cubicBezTo>
                  <a:lnTo>
                    <a:pt x="4421759" y="0"/>
                  </a:lnTo>
                  <a:cubicBezTo>
                    <a:pt x="4817110" y="0"/>
                    <a:pt x="5137531" y="320421"/>
                    <a:pt x="5137531" y="715772"/>
                  </a:cubicBezTo>
                  <a:lnTo>
                    <a:pt x="5137531" y="4055999"/>
                  </a:lnTo>
                  <a:cubicBezTo>
                    <a:pt x="5137531" y="4451350"/>
                    <a:pt x="4817110" y="4771771"/>
                    <a:pt x="4421759" y="4771771"/>
                  </a:cubicBezTo>
                  <a:lnTo>
                    <a:pt x="715772" y="4771771"/>
                  </a:lnTo>
                  <a:cubicBezTo>
                    <a:pt x="320421" y="4771771"/>
                    <a:pt x="0" y="4451350"/>
                    <a:pt x="0" y="4055999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E6E7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72591" y="4817059"/>
            <a:ext cx="3816706" cy="1490472"/>
            <a:chOff x="0" y="0"/>
            <a:chExt cx="5088941" cy="19872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88890" cy="1987169"/>
            </a:xfrm>
            <a:custGeom>
              <a:avLst/>
              <a:gdLst/>
              <a:ahLst/>
              <a:cxnLst/>
              <a:rect r="r" b="b" t="t" l="l"/>
              <a:pathLst>
                <a:path h="1987169" w="5088890">
                  <a:moveTo>
                    <a:pt x="0" y="715391"/>
                  </a:moveTo>
                  <a:cubicBezTo>
                    <a:pt x="0" y="320294"/>
                    <a:pt x="320294" y="0"/>
                    <a:pt x="715391" y="0"/>
                  </a:cubicBezTo>
                  <a:lnTo>
                    <a:pt x="4373499" y="0"/>
                  </a:lnTo>
                  <a:cubicBezTo>
                    <a:pt x="4768596" y="0"/>
                    <a:pt x="5088890" y="320294"/>
                    <a:pt x="5088890" y="715391"/>
                  </a:cubicBezTo>
                  <a:lnTo>
                    <a:pt x="5088890" y="1271778"/>
                  </a:lnTo>
                  <a:cubicBezTo>
                    <a:pt x="5088890" y="1666875"/>
                    <a:pt x="4768596" y="1987169"/>
                    <a:pt x="4373499" y="1987169"/>
                  </a:cubicBezTo>
                  <a:lnTo>
                    <a:pt x="715391" y="1987169"/>
                  </a:lnTo>
                  <a:cubicBezTo>
                    <a:pt x="320294" y="1987296"/>
                    <a:pt x="0" y="1667002"/>
                    <a:pt x="0" y="1271905"/>
                  </a:cubicBezTo>
                  <a:close/>
                </a:path>
              </a:pathLst>
            </a:custGeom>
            <a:solidFill>
              <a:srgbClr val="EAF3F4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72591" y="5847588"/>
            <a:ext cx="3816706" cy="475488"/>
            <a:chOff x="0" y="0"/>
            <a:chExt cx="5088941" cy="6339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8890" cy="633984"/>
            </a:xfrm>
            <a:custGeom>
              <a:avLst/>
              <a:gdLst/>
              <a:ahLst/>
              <a:cxnLst/>
              <a:rect r="r" b="b" t="t" l="l"/>
              <a:pathLst>
                <a:path h="633984" w="5088890">
                  <a:moveTo>
                    <a:pt x="0" y="0"/>
                  </a:moveTo>
                  <a:lnTo>
                    <a:pt x="5088890" y="0"/>
                  </a:lnTo>
                  <a:lnTo>
                    <a:pt x="508889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EAF3F4"/>
            </a:solidFill>
          </p:spPr>
        </p:sp>
      </p:grpSp>
      <p:sp>
        <p:nvSpPr>
          <p:cNvPr name="AutoShape 36" id="36"/>
          <p:cNvSpPr/>
          <p:nvPr/>
        </p:nvSpPr>
        <p:spPr>
          <a:xfrm rot="-9180">
            <a:off x="1083050" y="6318314"/>
            <a:ext cx="3795789" cy="0"/>
          </a:xfrm>
          <a:prstGeom prst="line">
            <a:avLst/>
          </a:prstGeom>
          <a:ln cap="rnd" w="9525">
            <a:solidFill>
              <a:srgbClr val="DFE8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1362456" y="5116068"/>
            <a:ext cx="950976" cy="950976"/>
            <a:chOff x="0" y="0"/>
            <a:chExt cx="1267968" cy="12679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633984"/>
                  </a:moveTo>
                  <a:cubicBezTo>
                    <a:pt x="0" y="283845"/>
                    <a:pt x="283845" y="0"/>
                    <a:pt x="633984" y="0"/>
                  </a:cubicBezTo>
                  <a:cubicBezTo>
                    <a:pt x="984123" y="0"/>
                    <a:pt x="1267968" y="283845"/>
                    <a:pt x="1267968" y="633984"/>
                  </a:cubicBezTo>
                  <a:cubicBezTo>
                    <a:pt x="1267968" y="984123"/>
                    <a:pt x="984123" y="1267968"/>
                    <a:pt x="633984" y="1267968"/>
                  </a:cubicBezTo>
                  <a:cubicBezTo>
                    <a:pt x="283845" y="1267968"/>
                    <a:pt x="0" y="984123"/>
                    <a:pt x="0" y="633984"/>
                  </a:cubicBezTo>
                  <a:close/>
                </a:path>
              </a:pathLst>
            </a:custGeom>
            <a:solidFill>
              <a:srgbClr val="426F78"/>
            </a:solidFill>
          </p:spPr>
        </p:sp>
      </p:grpSp>
      <p:grpSp>
        <p:nvGrpSpPr>
          <p:cNvPr name="Group 39" id="39"/>
          <p:cNvGrpSpPr/>
          <p:nvPr/>
        </p:nvGrpSpPr>
        <p:grpSpPr>
          <a:xfrm rot="-10800000">
            <a:off x="1558795" y="5220967"/>
            <a:ext cx="567433" cy="622297"/>
            <a:chOff x="0" y="0"/>
            <a:chExt cx="756577" cy="82972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56539" cy="829691"/>
            </a:xfrm>
            <a:custGeom>
              <a:avLst/>
              <a:gdLst/>
              <a:ahLst/>
              <a:cxnLst/>
              <a:rect r="r" b="b" t="t" l="l"/>
              <a:pathLst>
                <a:path h="829691" w="756539">
                  <a:moveTo>
                    <a:pt x="0" y="0"/>
                  </a:moveTo>
                  <a:lnTo>
                    <a:pt x="378333" y="0"/>
                  </a:lnTo>
                  <a:lnTo>
                    <a:pt x="756539" y="414909"/>
                  </a:lnTo>
                  <a:lnTo>
                    <a:pt x="378333" y="829691"/>
                  </a:lnTo>
                  <a:lnTo>
                    <a:pt x="0" y="829691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90713" t="0" r="-90718" b="-4"/>
              </a:stretch>
            </a:blipFill>
            <a:ln w="2794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AutoShape 41" id="41"/>
          <p:cNvSpPr/>
          <p:nvPr/>
        </p:nvSpPr>
        <p:spPr>
          <a:xfrm rot="2862720">
            <a:off x="1719329" y="5554599"/>
            <a:ext cx="136655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rot="-3041700">
            <a:off x="1757915" y="5504307"/>
            <a:ext cx="260633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4133088" y="5170932"/>
            <a:ext cx="457200" cy="292608"/>
            <a:chOff x="0" y="0"/>
            <a:chExt cx="609600" cy="3901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09600" cy="390144"/>
            </a:xfrm>
            <a:custGeom>
              <a:avLst/>
              <a:gdLst/>
              <a:ahLst/>
              <a:cxnLst/>
              <a:rect r="r" b="b" t="t" l="l"/>
              <a:pathLst>
                <a:path h="390144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32114" t="0" r="-32114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609600" cy="409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80"/>
                </a:lnSpc>
              </a:pPr>
              <a:r>
                <a:rPr lang="en-US" sz="1400" b="true">
                  <a:solidFill>
                    <a:srgbClr val="426F7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71600" y="6652260"/>
            <a:ext cx="3218688" cy="548640"/>
            <a:chOff x="0" y="0"/>
            <a:chExt cx="4291584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291584" cy="731520"/>
            </a:xfrm>
            <a:custGeom>
              <a:avLst/>
              <a:gdLst/>
              <a:ahLst/>
              <a:cxnLst/>
              <a:rect r="r" b="b" t="t" l="l"/>
              <a:pathLst>
                <a:path h="731520" w="4291584">
                  <a:moveTo>
                    <a:pt x="0" y="0"/>
                  </a:moveTo>
                  <a:lnTo>
                    <a:pt x="4291584" y="0"/>
                  </a:lnTo>
                  <a:lnTo>
                    <a:pt x="42915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64312" r="0" b="-6431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4291584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 b="true">
                  <a:solidFill>
                    <a:srgbClr val="1717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NIS2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80744" y="7328916"/>
            <a:ext cx="3273552" cy="393192"/>
            <a:chOff x="0" y="0"/>
            <a:chExt cx="4364736" cy="5242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364736" cy="524256"/>
            </a:xfrm>
            <a:custGeom>
              <a:avLst/>
              <a:gdLst/>
              <a:ahLst/>
              <a:cxnLst/>
              <a:rect r="r" b="b" t="t" l="l"/>
              <a:pathLst>
                <a:path h="524256" w="4364736">
                  <a:moveTo>
                    <a:pt x="0" y="0"/>
                  </a:moveTo>
                  <a:lnTo>
                    <a:pt x="4364736" y="0"/>
                  </a:lnTo>
                  <a:lnTo>
                    <a:pt x="4364736" y="524256"/>
                  </a:lnTo>
                  <a:lnTo>
                    <a:pt x="0" y="52425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12224" r="0" b="-11222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4364736" cy="5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87075"/>
                  </a:solidFill>
                  <a:latin typeface="Poppins"/>
                  <a:ea typeface="Poppins"/>
                  <a:cs typeface="Poppins"/>
                  <a:sym typeface="Poppins"/>
                </a:rPr>
                <a:t>Cybersecurity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205727" y="4798819"/>
            <a:ext cx="3853177" cy="3578857"/>
            <a:chOff x="0" y="0"/>
            <a:chExt cx="5137569" cy="477180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137531" cy="4771771"/>
            </a:xfrm>
            <a:custGeom>
              <a:avLst/>
              <a:gdLst/>
              <a:ahLst/>
              <a:cxnLst/>
              <a:rect r="r" b="b" t="t" l="l"/>
              <a:pathLst>
                <a:path h="4771771" w="5137531">
                  <a:moveTo>
                    <a:pt x="0" y="715772"/>
                  </a:moveTo>
                  <a:cubicBezTo>
                    <a:pt x="0" y="320421"/>
                    <a:pt x="320421" y="0"/>
                    <a:pt x="715772" y="0"/>
                  </a:cubicBezTo>
                  <a:lnTo>
                    <a:pt x="4421759" y="0"/>
                  </a:lnTo>
                  <a:cubicBezTo>
                    <a:pt x="4817110" y="0"/>
                    <a:pt x="5137531" y="320421"/>
                    <a:pt x="5137531" y="715772"/>
                  </a:cubicBezTo>
                  <a:lnTo>
                    <a:pt x="5137531" y="4055999"/>
                  </a:lnTo>
                  <a:cubicBezTo>
                    <a:pt x="5137531" y="4451350"/>
                    <a:pt x="4817110" y="4771771"/>
                    <a:pt x="4421759" y="4771771"/>
                  </a:cubicBezTo>
                  <a:lnTo>
                    <a:pt x="715772" y="4771771"/>
                  </a:lnTo>
                  <a:cubicBezTo>
                    <a:pt x="320421" y="4771771"/>
                    <a:pt x="0" y="4451350"/>
                    <a:pt x="0" y="4055999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E6E7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5223967" y="4817059"/>
            <a:ext cx="3816706" cy="1490472"/>
            <a:chOff x="0" y="0"/>
            <a:chExt cx="5088941" cy="198729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088890" cy="1987169"/>
            </a:xfrm>
            <a:custGeom>
              <a:avLst/>
              <a:gdLst/>
              <a:ahLst/>
              <a:cxnLst/>
              <a:rect r="r" b="b" t="t" l="l"/>
              <a:pathLst>
                <a:path h="1987169" w="5088890">
                  <a:moveTo>
                    <a:pt x="0" y="715391"/>
                  </a:moveTo>
                  <a:cubicBezTo>
                    <a:pt x="0" y="320294"/>
                    <a:pt x="320294" y="0"/>
                    <a:pt x="715391" y="0"/>
                  </a:cubicBezTo>
                  <a:lnTo>
                    <a:pt x="4373499" y="0"/>
                  </a:lnTo>
                  <a:cubicBezTo>
                    <a:pt x="4768596" y="0"/>
                    <a:pt x="5088890" y="320294"/>
                    <a:pt x="5088890" y="715391"/>
                  </a:cubicBezTo>
                  <a:lnTo>
                    <a:pt x="5088890" y="1271778"/>
                  </a:lnTo>
                  <a:cubicBezTo>
                    <a:pt x="5088890" y="1666875"/>
                    <a:pt x="4768596" y="1987169"/>
                    <a:pt x="4373499" y="1987169"/>
                  </a:cubicBezTo>
                  <a:lnTo>
                    <a:pt x="715391" y="1987169"/>
                  </a:lnTo>
                  <a:cubicBezTo>
                    <a:pt x="320294" y="1987296"/>
                    <a:pt x="0" y="1667002"/>
                    <a:pt x="0" y="1271905"/>
                  </a:cubicBezTo>
                  <a:close/>
                </a:path>
              </a:pathLst>
            </a:custGeom>
            <a:solidFill>
              <a:srgbClr val="EDF3F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5223967" y="5847588"/>
            <a:ext cx="3816706" cy="475488"/>
            <a:chOff x="0" y="0"/>
            <a:chExt cx="5088941" cy="63398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088890" cy="633984"/>
            </a:xfrm>
            <a:custGeom>
              <a:avLst/>
              <a:gdLst/>
              <a:ahLst/>
              <a:cxnLst/>
              <a:rect r="r" b="b" t="t" l="l"/>
              <a:pathLst>
                <a:path h="633984" w="5088890">
                  <a:moveTo>
                    <a:pt x="0" y="0"/>
                  </a:moveTo>
                  <a:lnTo>
                    <a:pt x="5088890" y="0"/>
                  </a:lnTo>
                  <a:lnTo>
                    <a:pt x="508889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EDF3F8"/>
            </a:solidFill>
          </p:spPr>
        </p:sp>
      </p:grpSp>
      <p:sp>
        <p:nvSpPr>
          <p:cNvPr name="AutoShape 58" id="58"/>
          <p:cNvSpPr/>
          <p:nvPr/>
        </p:nvSpPr>
        <p:spPr>
          <a:xfrm rot="-9180">
            <a:off x="5234426" y="6318314"/>
            <a:ext cx="3795789" cy="0"/>
          </a:xfrm>
          <a:prstGeom prst="line">
            <a:avLst/>
          </a:prstGeom>
          <a:ln cap="rnd" w="9525">
            <a:solidFill>
              <a:srgbClr val="DFE8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9" id="59"/>
          <p:cNvGrpSpPr/>
          <p:nvPr/>
        </p:nvGrpSpPr>
        <p:grpSpPr>
          <a:xfrm rot="0">
            <a:off x="5513832" y="5116068"/>
            <a:ext cx="950976" cy="950976"/>
            <a:chOff x="0" y="0"/>
            <a:chExt cx="1267968" cy="126796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633984"/>
                  </a:moveTo>
                  <a:cubicBezTo>
                    <a:pt x="0" y="283845"/>
                    <a:pt x="283845" y="0"/>
                    <a:pt x="633984" y="0"/>
                  </a:cubicBezTo>
                  <a:cubicBezTo>
                    <a:pt x="984123" y="0"/>
                    <a:pt x="1267968" y="283845"/>
                    <a:pt x="1267968" y="633984"/>
                  </a:cubicBezTo>
                  <a:cubicBezTo>
                    <a:pt x="1267968" y="984123"/>
                    <a:pt x="984123" y="1267968"/>
                    <a:pt x="633984" y="1267968"/>
                  </a:cubicBezTo>
                  <a:cubicBezTo>
                    <a:pt x="283845" y="1267968"/>
                    <a:pt x="0" y="984123"/>
                    <a:pt x="0" y="633984"/>
                  </a:cubicBezTo>
                  <a:close/>
                </a:path>
              </a:pathLst>
            </a:custGeom>
            <a:solidFill>
              <a:srgbClr val="517692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5752719" y="5254371"/>
            <a:ext cx="491490" cy="482346"/>
            <a:chOff x="0" y="0"/>
            <a:chExt cx="655320" cy="64312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327660" y="0"/>
              <a:ext cx="327660" cy="321564"/>
            </a:xfrm>
            <a:custGeom>
              <a:avLst/>
              <a:gdLst/>
              <a:ahLst/>
              <a:cxnLst/>
              <a:rect r="r" b="b" t="t" l="l"/>
              <a:pathLst>
                <a:path h="321564" w="327660">
                  <a:moveTo>
                    <a:pt x="0" y="0"/>
                  </a:moveTo>
                  <a:cubicBezTo>
                    <a:pt x="180975" y="0"/>
                    <a:pt x="327660" y="144018"/>
                    <a:pt x="327660" y="321564"/>
                  </a:cubicBezTo>
                  <a:lnTo>
                    <a:pt x="0" y="32156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51833" t="0" r="-151833" b="-100000"/>
              </a:stretch>
            </a:blipFill>
            <a:ln w="3429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327660" y="0"/>
              <a:ext cx="327660" cy="321564"/>
            </a:xfrm>
            <a:custGeom>
              <a:avLst/>
              <a:gdLst/>
              <a:ahLst/>
              <a:cxnLst/>
              <a:rect r="r" b="b" t="t" l="l"/>
              <a:pathLst>
                <a:path h="321564" w="327660">
                  <a:moveTo>
                    <a:pt x="0" y="0"/>
                  </a:moveTo>
                  <a:cubicBezTo>
                    <a:pt x="180975" y="0"/>
                    <a:pt x="327660" y="144018"/>
                    <a:pt x="327660" y="321564"/>
                  </a:cubicBezTo>
                </a:path>
              </a:pathLst>
            </a:custGeom>
            <a:blipFill>
              <a:blip r:embed="rId10">
                <a:alphaModFix amt="0"/>
              </a:blip>
              <a:stretch>
                <a:fillRect l="-251833" t="0" r="-151833" b="-100000"/>
              </a:stretch>
            </a:blipFill>
            <a:ln w="3429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5721220" y="5497192"/>
            <a:ext cx="545335" cy="335023"/>
            <a:chOff x="0" y="0"/>
            <a:chExt cx="727113" cy="44669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27202" cy="446786"/>
            </a:xfrm>
            <a:custGeom>
              <a:avLst/>
              <a:gdLst/>
              <a:ahLst/>
              <a:cxnLst/>
              <a:rect r="r" b="b" t="t" l="l"/>
              <a:pathLst>
                <a:path h="446786" w="727202">
                  <a:moveTo>
                    <a:pt x="0" y="71501"/>
                  </a:moveTo>
                  <a:cubicBezTo>
                    <a:pt x="0" y="32004"/>
                    <a:pt x="32004" y="0"/>
                    <a:pt x="71501" y="0"/>
                  </a:cubicBezTo>
                  <a:lnTo>
                    <a:pt x="655701" y="0"/>
                  </a:lnTo>
                  <a:cubicBezTo>
                    <a:pt x="695198" y="0"/>
                    <a:pt x="727202" y="32004"/>
                    <a:pt x="727202" y="71501"/>
                  </a:cubicBezTo>
                  <a:lnTo>
                    <a:pt x="727202" y="375285"/>
                  </a:lnTo>
                  <a:cubicBezTo>
                    <a:pt x="727202" y="414782"/>
                    <a:pt x="695198" y="446786"/>
                    <a:pt x="655701" y="446786"/>
                  </a:cubicBezTo>
                  <a:lnTo>
                    <a:pt x="71501" y="446786"/>
                  </a:lnTo>
                  <a:cubicBezTo>
                    <a:pt x="32004" y="446659"/>
                    <a:pt x="0" y="414655"/>
                    <a:pt x="0" y="375285"/>
                  </a:cubicBezTo>
                  <a:close/>
                </a:path>
              </a:pathLst>
            </a:custGeom>
            <a:solidFill>
              <a:srgbClr val="517692"/>
            </a:solidFill>
            <a:ln w="2413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5961888" y="5628132"/>
            <a:ext cx="64008" cy="64008"/>
            <a:chOff x="0" y="0"/>
            <a:chExt cx="85344" cy="8534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5344" cy="85344"/>
            </a:xfrm>
            <a:custGeom>
              <a:avLst/>
              <a:gdLst/>
              <a:ahLst/>
              <a:cxnLst/>
              <a:rect r="r" b="b" t="t" l="l"/>
              <a:pathLst>
                <a:path h="85344" w="85344">
                  <a:moveTo>
                    <a:pt x="0" y="42672"/>
                  </a:moveTo>
                  <a:cubicBezTo>
                    <a:pt x="0" y="19050"/>
                    <a:pt x="19050" y="0"/>
                    <a:pt x="42672" y="0"/>
                  </a:cubicBezTo>
                  <a:cubicBezTo>
                    <a:pt x="66294" y="0"/>
                    <a:pt x="85344" y="19050"/>
                    <a:pt x="85344" y="42672"/>
                  </a:cubicBezTo>
                  <a:cubicBezTo>
                    <a:pt x="85344" y="66294"/>
                    <a:pt x="66294" y="85344"/>
                    <a:pt x="42672" y="85344"/>
                  </a:cubicBezTo>
                  <a:cubicBezTo>
                    <a:pt x="19050" y="85344"/>
                    <a:pt x="0" y="66294"/>
                    <a:pt x="0" y="4267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284464" y="5170932"/>
            <a:ext cx="457200" cy="292608"/>
            <a:chOff x="0" y="0"/>
            <a:chExt cx="609600" cy="39014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09600" cy="390144"/>
            </a:xfrm>
            <a:custGeom>
              <a:avLst/>
              <a:gdLst/>
              <a:ahLst/>
              <a:cxnLst/>
              <a:rect r="r" b="b" t="t" l="l"/>
              <a:pathLst>
                <a:path h="390144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32114" t="0" r="-32114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609600" cy="409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80"/>
                </a:lnSpc>
              </a:pPr>
              <a:r>
                <a:rPr lang="en-US" sz="1400" b="true">
                  <a:solidFill>
                    <a:srgbClr val="51769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522976" y="6652260"/>
            <a:ext cx="3218688" cy="548640"/>
            <a:chOff x="0" y="0"/>
            <a:chExt cx="4291584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291584" cy="731520"/>
            </a:xfrm>
            <a:custGeom>
              <a:avLst/>
              <a:gdLst/>
              <a:ahLst/>
              <a:cxnLst/>
              <a:rect r="r" b="b" t="t" l="l"/>
              <a:pathLst>
                <a:path h="731520" w="4291584">
                  <a:moveTo>
                    <a:pt x="0" y="0"/>
                  </a:moveTo>
                  <a:lnTo>
                    <a:pt x="4291584" y="0"/>
                  </a:lnTo>
                  <a:lnTo>
                    <a:pt x="42915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64312" r="0" b="-6431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291584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 b="true">
                  <a:solidFill>
                    <a:srgbClr val="1717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GDPR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532120" y="7328916"/>
            <a:ext cx="3273552" cy="393192"/>
            <a:chOff x="0" y="0"/>
            <a:chExt cx="4364736" cy="52425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364736" cy="524256"/>
            </a:xfrm>
            <a:custGeom>
              <a:avLst/>
              <a:gdLst/>
              <a:ahLst/>
              <a:cxnLst/>
              <a:rect r="r" b="b" t="t" l="l"/>
              <a:pathLst>
                <a:path h="524256" w="4364736">
                  <a:moveTo>
                    <a:pt x="0" y="0"/>
                  </a:moveTo>
                  <a:lnTo>
                    <a:pt x="4364736" y="0"/>
                  </a:lnTo>
                  <a:lnTo>
                    <a:pt x="4364736" y="524256"/>
                  </a:lnTo>
                  <a:lnTo>
                    <a:pt x="0" y="52425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12224" r="0" b="-11222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4364736" cy="5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87075"/>
                  </a:solidFill>
                  <a:latin typeface="Poppins"/>
                  <a:ea typeface="Poppins"/>
                  <a:cs typeface="Poppins"/>
                  <a:sym typeface="Poppins"/>
                </a:rPr>
                <a:t>Personal data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357103" y="4798819"/>
            <a:ext cx="3853177" cy="3578857"/>
            <a:chOff x="0" y="0"/>
            <a:chExt cx="5137569" cy="477180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137531" cy="4771771"/>
            </a:xfrm>
            <a:custGeom>
              <a:avLst/>
              <a:gdLst/>
              <a:ahLst/>
              <a:cxnLst/>
              <a:rect r="r" b="b" t="t" l="l"/>
              <a:pathLst>
                <a:path h="4771771" w="5137531">
                  <a:moveTo>
                    <a:pt x="0" y="715772"/>
                  </a:moveTo>
                  <a:cubicBezTo>
                    <a:pt x="0" y="320421"/>
                    <a:pt x="320421" y="0"/>
                    <a:pt x="715772" y="0"/>
                  </a:cubicBezTo>
                  <a:lnTo>
                    <a:pt x="4421759" y="0"/>
                  </a:lnTo>
                  <a:cubicBezTo>
                    <a:pt x="4817110" y="0"/>
                    <a:pt x="5137531" y="320421"/>
                    <a:pt x="5137531" y="715772"/>
                  </a:cubicBezTo>
                  <a:lnTo>
                    <a:pt x="5137531" y="4055999"/>
                  </a:lnTo>
                  <a:cubicBezTo>
                    <a:pt x="5137531" y="4451350"/>
                    <a:pt x="4817110" y="4771771"/>
                    <a:pt x="4421759" y="4771771"/>
                  </a:cubicBezTo>
                  <a:lnTo>
                    <a:pt x="715772" y="4771771"/>
                  </a:lnTo>
                  <a:cubicBezTo>
                    <a:pt x="320421" y="4771771"/>
                    <a:pt x="0" y="4451350"/>
                    <a:pt x="0" y="4055999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E6E7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9375343" y="4817059"/>
            <a:ext cx="3816706" cy="1490472"/>
            <a:chOff x="0" y="0"/>
            <a:chExt cx="5088941" cy="198729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088890" cy="1987169"/>
            </a:xfrm>
            <a:custGeom>
              <a:avLst/>
              <a:gdLst/>
              <a:ahLst/>
              <a:cxnLst/>
              <a:rect r="r" b="b" t="t" l="l"/>
              <a:pathLst>
                <a:path h="1987169" w="5088890">
                  <a:moveTo>
                    <a:pt x="0" y="715391"/>
                  </a:moveTo>
                  <a:cubicBezTo>
                    <a:pt x="0" y="320294"/>
                    <a:pt x="320294" y="0"/>
                    <a:pt x="715391" y="0"/>
                  </a:cubicBezTo>
                  <a:lnTo>
                    <a:pt x="4373499" y="0"/>
                  </a:lnTo>
                  <a:cubicBezTo>
                    <a:pt x="4768596" y="0"/>
                    <a:pt x="5088890" y="320294"/>
                    <a:pt x="5088890" y="715391"/>
                  </a:cubicBezTo>
                  <a:lnTo>
                    <a:pt x="5088890" y="1271778"/>
                  </a:lnTo>
                  <a:cubicBezTo>
                    <a:pt x="5088890" y="1666875"/>
                    <a:pt x="4768596" y="1987169"/>
                    <a:pt x="4373499" y="1987169"/>
                  </a:cubicBezTo>
                  <a:lnTo>
                    <a:pt x="715391" y="1987169"/>
                  </a:lnTo>
                  <a:cubicBezTo>
                    <a:pt x="320294" y="1987296"/>
                    <a:pt x="0" y="1667002"/>
                    <a:pt x="0" y="1271905"/>
                  </a:cubicBezTo>
                  <a:close/>
                </a:path>
              </a:pathLst>
            </a:custGeom>
            <a:solidFill>
              <a:srgbClr val="F1F0F7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375343" y="5847588"/>
            <a:ext cx="3816706" cy="475488"/>
            <a:chOff x="0" y="0"/>
            <a:chExt cx="5088941" cy="63398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088890" cy="633984"/>
            </a:xfrm>
            <a:custGeom>
              <a:avLst/>
              <a:gdLst/>
              <a:ahLst/>
              <a:cxnLst/>
              <a:rect r="r" b="b" t="t" l="l"/>
              <a:pathLst>
                <a:path h="633984" w="5088890">
                  <a:moveTo>
                    <a:pt x="0" y="0"/>
                  </a:moveTo>
                  <a:lnTo>
                    <a:pt x="5088890" y="0"/>
                  </a:lnTo>
                  <a:lnTo>
                    <a:pt x="508889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F1F0F7"/>
            </a:solidFill>
          </p:spPr>
        </p:sp>
      </p:grpSp>
      <p:sp>
        <p:nvSpPr>
          <p:cNvPr name="AutoShape 83" id="83"/>
          <p:cNvSpPr/>
          <p:nvPr/>
        </p:nvSpPr>
        <p:spPr>
          <a:xfrm rot="-9180">
            <a:off x="9385802" y="6318314"/>
            <a:ext cx="3795789" cy="0"/>
          </a:xfrm>
          <a:prstGeom prst="line">
            <a:avLst/>
          </a:prstGeom>
          <a:ln cap="rnd" w="9525">
            <a:solidFill>
              <a:srgbClr val="DFE8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4" id="84"/>
          <p:cNvGrpSpPr/>
          <p:nvPr/>
        </p:nvGrpSpPr>
        <p:grpSpPr>
          <a:xfrm rot="0">
            <a:off x="9665208" y="5116068"/>
            <a:ext cx="950976" cy="950976"/>
            <a:chOff x="0" y="0"/>
            <a:chExt cx="1267968" cy="126796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633984"/>
                  </a:moveTo>
                  <a:cubicBezTo>
                    <a:pt x="0" y="283845"/>
                    <a:pt x="283845" y="0"/>
                    <a:pt x="633984" y="0"/>
                  </a:cubicBezTo>
                  <a:cubicBezTo>
                    <a:pt x="984123" y="0"/>
                    <a:pt x="1267968" y="283845"/>
                    <a:pt x="1267968" y="633984"/>
                  </a:cubicBezTo>
                  <a:cubicBezTo>
                    <a:pt x="1267968" y="984123"/>
                    <a:pt x="984123" y="1267968"/>
                    <a:pt x="633984" y="1267968"/>
                  </a:cubicBezTo>
                  <a:cubicBezTo>
                    <a:pt x="283845" y="1267968"/>
                    <a:pt x="0" y="984123"/>
                    <a:pt x="0" y="633984"/>
                  </a:cubicBezTo>
                  <a:close/>
                </a:path>
              </a:pathLst>
            </a:custGeom>
            <a:solidFill>
              <a:srgbClr val="77709A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908543" y="5331971"/>
            <a:ext cx="455171" cy="446027"/>
            <a:chOff x="0" y="0"/>
            <a:chExt cx="606895" cy="59470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06806" cy="594614"/>
            </a:xfrm>
            <a:custGeom>
              <a:avLst/>
              <a:gdLst/>
              <a:ahLst/>
              <a:cxnLst/>
              <a:rect r="r" b="b" t="t" l="l"/>
              <a:pathLst>
                <a:path h="594614" w="60680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lnTo>
                    <a:pt x="511683" y="0"/>
                  </a:lnTo>
                  <a:cubicBezTo>
                    <a:pt x="564261" y="0"/>
                    <a:pt x="606806" y="42545"/>
                    <a:pt x="606806" y="95123"/>
                  </a:cubicBezTo>
                  <a:lnTo>
                    <a:pt x="606806" y="499491"/>
                  </a:lnTo>
                  <a:cubicBezTo>
                    <a:pt x="606806" y="552069"/>
                    <a:pt x="564261" y="594614"/>
                    <a:pt x="511683" y="594614"/>
                  </a:cubicBezTo>
                  <a:lnTo>
                    <a:pt x="95123" y="594614"/>
                  </a:lnTo>
                  <a:cubicBezTo>
                    <a:pt x="42545" y="594741"/>
                    <a:pt x="0" y="552069"/>
                    <a:pt x="0" y="499491"/>
                  </a:cubicBezTo>
                  <a:close/>
                </a:path>
              </a:pathLst>
            </a:custGeom>
            <a:solidFill>
              <a:srgbClr val="77709A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9966960" y="5381244"/>
            <a:ext cx="338328" cy="301752"/>
            <a:chOff x="0" y="0"/>
            <a:chExt cx="451104" cy="40233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51104" cy="402336"/>
            </a:xfrm>
            <a:custGeom>
              <a:avLst/>
              <a:gdLst/>
              <a:ahLst/>
              <a:cxnLst/>
              <a:rect r="r" b="b" t="t" l="l"/>
              <a:pathLst>
                <a:path h="402336" w="451104">
                  <a:moveTo>
                    <a:pt x="0" y="0"/>
                  </a:moveTo>
                  <a:lnTo>
                    <a:pt x="451104" y="0"/>
                  </a:lnTo>
                  <a:lnTo>
                    <a:pt x="45110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64432" t="0" r="-64432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451104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AI</a:t>
              </a:r>
            </a:p>
          </p:txBody>
        </p:sp>
      </p:grpSp>
      <p:sp>
        <p:nvSpPr>
          <p:cNvPr name="AutoShape 91" id="91"/>
          <p:cNvSpPr/>
          <p:nvPr/>
        </p:nvSpPr>
        <p:spPr>
          <a:xfrm rot="688320">
            <a:off x="9818275" y="5417439"/>
            <a:ext cx="105356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 rot="688320">
            <a:off x="10348627" y="5417439"/>
            <a:ext cx="105356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3" id="93"/>
          <p:cNvSpPr/>
          <p:nvPr/>
        </p:nvSpPr>
        <p:spPr>
          <a:xfrm rot="688320">
            <a:off x="9818275" y="5545455"/>
            <a:ext cx="105356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4" id="94"/>
          <p:cNvSpPr/>
          <p:nvPr/>
        </p:nvSpPr>
        <p:spPr>
          <a:xfrm rot="688320">
            <a:off x="10348627" y="5545455"/>
            <a:ext cx="105356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5" id="95"/>
          <p:cNvSpPr/>
          <p:nvPr/>
        </p:nvSpPr>
        <p:spPr>
          <a:xfrm rot="688320">
            <a:off x="9818275" y="5673471"/>
            <a:ext cx="105356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6" id="96"/>
          <p:cNvSpPr/>
          <p:nvPr/>
        </p:nvSpPr>
        <p:spPr>
          <a:xfrm rot="688320">
            <a:off x="10348627" y="5673471"/>
            <a:ext cx="105356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7" id="97"/>
          <p:cNvSpPr/>
          <p:nvPr/>
        </p:nvSpPr>
        <p:spPr>
          <a:xfrm rot="4711680">
            <a:off x="9950853" y="5284851"/>
            <a:ext cx="105356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8" id="98"/>
          <p:cNvSpPr/>
          <p:nvPr/>
        </p:nvSpPr>
        <p:spPr>
          <a:xfrm rot="4711680">
            <a:off x="9950863" y="5796915"/>
            <a:ext cx="105356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9" id="99"/>
          <p:cNvSpPr/>
          <p:nvPr/>
        </p:nvSpPr>
        <p:spPr>
          <a:xfrm rot="4711680">
            <a:off x="10078869" y="5284851"/>
            <a:ext cx="105356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0" id="100"/>
          <p:cNvSpPr/>
          <p:nvPr/>
        </p:nvSpPr>
        <p:spPr>
          <a:xfrm rot="4711680">
            <a:off x="10078879" y="5796915"/>
            <a:ext cx="105356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1" id="101"/>
          <p:cNvSpPr/>
          <p:nvPr/>
        </p:nvSpPr>
        <p:spPr>
          <a:xfrm rot="4711680">
            <a:off x="10206885" y="5284851"/>
            <a:ext cx="105356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2" id="102"/>
          <p:cNvSpPr/>
          <p:nvPr/>
        </p:nvSpPr>
        <p:spPr>
          <a:xfrm rot="4711680">
            <a:off x="10206885" y="5796915"/>
            <a:ext cx="105356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3" id="103"/>
          <p:cNvGrpSpPr/>
          <p:nvPr/>
        </p:nvGrpSpPr>
        <p:grpSpPr>
          <a:xfrm rot="0">
            <a:off x="12435840" y="5170932"/>
            <a:ext cx="457200" cy="292608"/>
            <a:chOff x="0" y="0"/>
            <a:chExt cx="609600" cy="39014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09600" cy="390144"/>
            </a:xfrm>
            <a:custGeom>
              <a:avLst/>
              <a:gdLst/>
              <a:ahLst/>
              <a:cxnLst/>
              <a:rect r="r" b="b" t="t" l="l"/>
              <a:pathLst>
                <a:path h="390144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32114" t="0" r="-32114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19050"/>
              <a:ext cx="609600" cy="409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80"/>
                </a:lnSpc>
              </a:pPr>
              <a:r>
                <a:rPr lang="en-US" sz="1400" b="true">
                  <a:solidFill>
                    <a:srgbClr val="77709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674352" y="6652260"/>
            <a:ext cx="3218688" cy="548640"/>
            <a:chOff x="0" y="0"/>
            <a:chExt cx="4291584" cy="73152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291584" cy="731520"/>
            </a:xfrm>
            <a:custGeom>
              <a:avLst/>
              <a:gdLst/>
              <a:ahLst/>
              <a:cxnLst/>
              <a:rect r="r" b="b" t="t" l="l"/>
              <a:pathLst>
                <a:path h="731520" w="4291584">
                  <a:moveTo>
                    <a:pt x="0" y="0"/>
                  </a:moveTo>
                  <a:lnTo>
                    <a:pt x="4291584" y="0"/>
                  </a:lnTo>
                  <a:lnTo>
                    <a:pt x="42915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64312" r="0" b="-64312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19050"/>
              <a:ext cx="4291584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80"/>
                </a:lnSpc>
              </a:pPr>
              <a:r>
                <a:rPr lang="en-US" sz="2900" b="true">
                  <a:solidFill>
                    <a:srgbClr val="1717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EU AI ACT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683496" y="7328916"/>
            <a:ext cx="3273552" cy="393192"/>
            <a:chOff x="0" y="0"/>
            <a:chExt cx="4364736" cy="52425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364736" cy="524256"/>
            </a:xfrm>
            <a:custGeom>
              <a:avLst/>
              <a:gdLst/>
              <a:ahLst/>
              <a:cxnLst/>
              <a:rect r="r" b="b" t="t" l="l"/>
              <a:pathLst>
                <a:path h="524256" w="4364736">
                  <a:moveTo>
                    <a:pt x="0" y="0"/>
                  </a:moveTo>
                  <a:lnTo>
                    <a:pt x="4364736" y="0"/>
                  </a:lnTo>
                  <a:lnTo>
                    <a:pt x="4364736" y="524256"/>
                  </a:lnTo>
                  <a:lnTo>
                    <a:pt x="0" y="52425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12224" r="0" b="-112224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19050"/>
              <a:ext cx="4364736" cy="5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87075"/>
                  </a:solidFill>
                  <a:latin typeface="Poppins"/>
                  <a:ea typeface="Poppins"/>
                  <a:cs typeface="Poppins"/>
                  <a:sym typeface="Poppins"/>
                </a:rPr>
                <a:t>AI systems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3508479" y="4798819"/>
            <a:ext cx="3853177" cy="3578857"/>
            <a:chOff x="0" y="0"/>
            <a:chExt cx="5137569" cy="4771809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137531" cy="4771771"/>
            </a:xfrm>
            <a:custGeom>
              <a:avLst/>
              <a:gdLst/>
              <a:ahLst/>
              <a:cxnLst/>
              <a:rect r="r" b="b" t="t" l="l"/>
              <a:pathLst>
                <a:path h="4771771" w="5137531">
                  <a:moveTo>
                    <a:pt x="0" y="715772"/>
                  </a:moveTo>
                  <a:cubicBezTo>
                    <a:pt x="0" y="320421"/>
                    <a:pt x="320421" y="0"/>
                    <a:pt x="715772" y="0"/>
                  </a:cubicBezTo>
                  <a:lnTo>
                    <a:pt x="4421759" y="0"/>
                  </a:lnTo>
                  <a:cubicBezTo>
                    <a:pt x="4817110" y="0"/>
                    <a:pt x="5137531" y="320421"/>
                    <a:pt x="5137531" y="715772"/>
                  </a:cubicBezTo>
                  <a:lnTo>
                    <a:pt x="5137531" y="4055999"/>
                  </a:lnTo>
                  <a:cubicBezTo>
                    <a:pt x="5137531" y="4451350"/>
                    <a:pt x="4817110" y="4771771"/>
                    <a:pt x="4421759" y="4771771"/>
                  </a:cubicBezTo>
                  <a:lnTo>
                    <a:pt x="715772" y="4771771"/>
                  </a:lnTo>
                  <a:cubicBezTo>
                    <a:pt x="320421" y="4771771"/>
                    <a:pt x="0" y="4451350"/>
                    <a:pt x="0" y="4055999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E6E7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13526719" y="4817059"/>
            <a:ext cx="3816706" cy="1490472"/>
            <a:chOff x="0" y="0"/>
            <a:chExt cx="5088941" cy="1987296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088890" cy="1987169"/>
            </a:xfrm>
            <a:custGeom>
              <a:avLst/>
              <a:gdLst/>
              <a:ahLst/>
              <a:cxnLst/>
              <a:rect r="r" b="b" t="t" l="l"/>
              <a:pathLst>
                <a:path h="1987169" w="5088890">
                  <a:moveTo>
                    <a:pt x="0" y="715391"/>
                  </a:moveTo>
                  <a:cubicBezTo>
                    <a:pt x="0" y="320294"/>
                    <a:pt x="320294" y="0"/>
                    <a:pt x="715391" y="0"/>
                  </a:cubicBezTo>
                  <a:lnTo>
                    <a:pt x="4373499" y="0"/>
                  </a:lnTo>
                  <a:cubicBezTo>
                    <a:pt x="4768596" y="0"/>
                    <a:pt x="5088890" y="320294"/>
                    <a:pt x="5088890" y="715391"/>
                  </a:cubicBezTo>
                  <a:lnTo>
                    <a:pt x="5088890" y="1271778"/>
                  </a:lnTo>
                  <a:cubicBezTo>
                    <a:pt x="5088890" y="1666875"/>
                    <a:pt x="4768596" y="1987169"/>
                    <a:pt x="4373499" y="1987169"/>
                  </a:cubicBezTo>
                  <a:lnTo>
                    <a:pt x="715391" y="1987169"/>
                  </a:lnTo>
                  <a:cubicBezTo>
                    <a:pt x="320294" y="1987296"/>
                    <a:pt x="0" y="1667002"/>
                    <a:pt x="0" y="1271905"/>
                  </a:cubicBezTo>
                  <a:close/>
                </a:path>
              </a:pathLst>
            </a:custGeom>
            <a:solidFill>
              <a:srgbClr val="EDF5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3526719" y="5847588"/>
            <a:ext cx="3816706" cy="475488"/>
            <a:chOff x="0" y="0"/>
            <a:chExt cx="5088941" cy="63398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088890" cy="633984"/>
            </a:xfrm>
            <a:custGeom>
              <a:avLst/>
              <a:gdLst/>
              <a:ahLst/>
              <a:cxnLst/>
              <a:rect r="r" b="b" t="t" l="l"/>
              <a:pathLst>
                <a:path h="633984" w="5088890">
                  <a:moveTo>
                    <a:pt x="0" y="0"/>
                  </a:moveTo>
                  <a:lnTo>
                    <a:pt x="5088890" y="0"/>
                  </a:lnTo>
                  <a:lnTo>
                    <a:pt x="508889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EDF5F1"/>
            </a:solidFill>
          </p:spPr>
        </p:sp>
      </p:grpSp>
      <p:sp>
        <p:nvSpPr>
          <p:cNvPr name="AutoShape 118" id="118"/>
          <p:cNvSpPr/>
          <p:nvPr/>
        </p:nvSpPr>
        <p:spPr>
          <a:xfrm rot="-9180">
            <a:off x="13537178" y="6318314"/>
            <a:ext cx="3795789" cy="0"/>
          </a:xfrm>
          <a:prstGeom prst="line">
            <a:avLst/>
          </a:prstGeom>
          <a:ln cap="rnd" w="9525">
            <a:solidFill>
              <a:srgbClr val="DFE8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9" id="119"/>
          <p:cNvGrpSpPr/>
          <p:nvPr/>
        </p:nvGrpSpPr>
        <p:grpSpPr>
          <a:xfrm rot="0">
            <a:off x="13816584" y="5116068"/>
            <a:ext cx="950976" cy="950976"/>
            <a:chOff x="0" y="0"/>
            <a:chExt cx="1267968" cy="126796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633984"/>
                  </a:moveTo>
                  <a:cubicBezTo>
                    <a:pt x="0" y="283845"/>
                    <a:pt x="283845" y="0"/>
                    <a:pt x="633984" y="0"/>
                  </a:cubicBezTo>
                  <a:cubicBezTo>
                    <a:pt x="984123" y="0"/>
                    <a:pt x="1267968" y="283845"/>
                    <a:pt x="1267968" y="633984"/>
                  </a:cubicBezTo>
                  <a:cubicBezTo>
                    <a:pt x="1267968" y="984123"/>
                    <a:pt x="984123" y="1267968"/>
                    <a:pt x="633984" y="1267968"/>
                  </a:cubicBezTo>
                  <a:cubicBezTo>
                    <a:pt x="283845" y="1267968"/>
                    <a:pt x="0" y="984123"/>
                    <a:pt x="0" y="633984"/>
                  </a:cubicBezTo>
                  <a:close/>
                </a:path>
              </a:pathLst>
            </a:custGeom>
            <a:solidFill>
              <a:srgbClr val="528475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4052042" y="5314950"/>
            <a:ext cx="498348" cy="205740"/>
            <a:chOff x="0" y="0"/>
            <a:chExt cx="664464" cy="27432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64464" cy="274320"/>
            </a:xfrm>
            <a:custGeom>
              <a:avLst/>
              <a:gdLst/>
              <a:ahLst/>
              <a:cxnLst/>
              <a:rect r="r" b="b" t="t" l="l"/>
              <a:pathLst>
                <a:path h="274320" w="664464">
                  <a:moveTo>
                    <a:pt x="0" y="43942"/>
                  </a:moveTo>
                  <a:cubicBezTo>
                    <a:pt x="0" y="19685"/>
                    <a:pt x="19685" y="0"/>
                    <a:pt x="43942" y="0"/>
                  </a:cubicBezTo>
                  <a:lnTo>
                    <a:pt x="620522" y="0"/>
                  </a:lnTo>
                  <a:cubicBezTo>
                    <a:pt x="644779" y="0"/>
                    <a:pt x="664464" y="19685"/>
                    <a:pt x="664464" y="43942"/>
                  </a:cubicBezTo>
                  <a:lnTo>
                    <a:pt x="664464" y="230378"/>
                  </a:lnTo>
                  <a:cubicBezTo>
                    <a:pt x="664464" y="254635"/>
                    <a:pt x="644779" y="274320"/>
                    <a:pt x="620522" y="274320"/>
                  </a:cubicBezTo>
                  <a:lnTo>
                    <a:pt x="43942" y="274320"/>
                  </a:lnTo>
                  <a:cubicBezTo>
                    <a:pt x="19685" y="274320"/>
                    <a:pt x="0" y="254635"/>
                    <a:pt x="0" y="230378"/>
                  </a:cubicBezTo>
                  <a:close/>
                </a:path>
              </a:pathLst>
            </a:custGeom>
            <a:solidFill>
              <a:srgbClr val="528475"/>
            </a:solidFill>
            <a:ln w="2286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23" id="123"/>
          <p:cNvGrpSpPr/>
          <p:nvPr/>
        </p:nvGrpSpPr>
        <p:grpSpPr>
          <a:xfrm rot="0">
            <a:off x="14118336" y="5396789"/>
            <a:ext cx="42062" cy="42062"/>
            <a:chOff x="0" y="0"/>
            <a:chExt cx="56083" cy="56083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6134" cy="56134"/>
            </a:xfrm>
            <a:custGeom>
              <a:avLst/>
              <a:gdLst/>
              <a:ahLst/>
              <a:cxnLst/>
              <a:rect r="r" b="b" t="t" l="l"/>
              <a:pathLst>
                <a:path h="56134" w="56134">
                  <a:moveTo>
                    <a:pt x="0" y="28067"/>
                  </a:moveTo>
                  <a:cubicBezTo>
                    <a:pt x="0" y="12573"/>
                    <a:pt x="12573" y="0"/>
                    <a:pt x="28067" y="0"/>
                  </a:cubicBezTo>
                  <a:cubicBezTo>
                    <a:pt x="43561" y="0"/>
                    <a:pt x="56134" y="12573"/>
                    <a:pt x="56134" y="28067"/>
                  </a:cubicBezTo>
                  <a:cubicBezTo>
                    <a:pt x="56134" y="43561"/>
                    <a:pt x="43561" y="56134"/>
                    <a:pt x="28067" y="56134"/>
                  </a:cubicBezTo>
                  <a:cubicBezTo>
                    <a:pt x="12573" y="56134"/>
                    <a:pt x="0" y="43561"/>
                    <a:pt x="0" y="2806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25" id="125"/>
          <p:cNvSpPr/>
          <p:nvPr/>
        </p:nvSpPr>
        <p:spPr>
          <a:xfrm rot="249780">
            <a:off x="14246943" y="5413058"/>
            <a:ext cx="22741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6" id="126"/>
          <p:cNvGrpSpPr/>
          <p:nvPr/>
        </p:nvGrpSpPr>
        <p:grpSpPr>
          <a:xfrm rot="0">
            <a:off x="14052042" y="5534406"/>
            <a:ext cx="498348" cy="205740"/>
            <a:chOff x="0" y="0"/>
            <a:chExt cx="664464" cy="27432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64464" cy="274320"/>
            </a:xfrm>
            <a:custGeom>
              <a:avLst/>
              <a:gdLst/>
              <a:ahLst/>
              <a:cxnLst/>
              <a:rect r="r" b="b" t="t" l="l"/>
              <a:pathLst>
                <a:path h="274320" w="664464">
                  <a:moveTo>
                    <a:pt x="0" y="43942"/>
                  </a:moveTo>
                  <a:cubicBezTo>
                    <a:pt x="0" y="19685"/>
                    <a:pt x="19685" y="0"/>
                    <a:pt x="43942" y="0"/>
                  </a:cubicBezTo>
                  <a:lnTo>
                    <a:pt x="620522" y="0"/>
                  </a:lnTo>
                  <a:cubicBezTo>
                    <a:pt x="644779" y="0"/>
                    <a:pt x="664464" y="19685"/>
                    <a:pt x="664464" y="43942"/>
                  </a:cubicBezTo>
                  <a:lnTo>
                    <a:pt x="664464" y="230378"/>
                  </a:lnTo>
                  <a:cubicBezTo>
                    <a:pt x="664464" y="254635"/>
                    <a:pt x="644779" y="274320"/>
                    <a:pt x="620522" y="274320"/>
                  </a:cubicBezTo>
                  <a:lnTo>
                    <a:pt x="43942" y="274320"/>
                  </a:lnTo>
                  <a:cubicBezTo>
                    <a:pt x="19685" y="274320"/>
                    <a:pt x="0" y="254635"/>
                    <a:pt x="0" y="230378"/>
                  </a:cubicBezTo>
                  <a:close/>
                </a:path>
              </a:pathLst>
            </a:custGeom>
            <a:solidFill>
              <a:srgbClr val="528475"/>
            </a:solidFill>
            <a:ln w="2286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28" id="128"/>
          <p:cNvGrpSpPr/>
          <p:nvPr/>
        </p:nvGrpSpPr>
        <p:grpSpPr>
          <a:xfrm rot="0">
            <a:off x="14118336" y="5616245"/>
            <a:ext cx="42062" cy="42062"/>
            <a:chOff x="0" y="0"/>
            <a:chExt cx="56083" cy="56083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6134" cy="56134"/>
            </a:xfrm>
            <a:custGeom>
              <a:avLst/>
              <a:gdLst/>
              <a:ahLst/>
              <a:cxnLst/>
              <a:rect r="r" b="b" t="t" l="l"/>
              <a:pathLst>
                <a:path h="56134" w="56134">
                  <a:moveTo>
                    <a:pt x="0" y="28067"/>
                  </a:moveTo>
                  <a:cubicBezTo>
                    <a:pt x="0" y="12573"/>
                    <a:pt x="12573" y="0"/>
                    <a:pt x="28067" y="0"/>
                  </a:cubicBezTo>
                  <a:cubicBezTo>
                    <a:pt x="43561" y="0"/>
                    <a:pt x="56134" y="12573"/>
                    <a:pt x="56134" y="28067"/>
                  </a:cubicBezTo>
                  <a:cubicBezTo>
                    <a:pt x="56134" y="43561"/>
                    <a:pt x="43561" y="56134"/>
                    <a:pt x="28067" y="56134"/>
                  </a:cubicBezTo>
                  <a:cubicBezTo>
                    <a:pt x="12573" y="56134"/>
                    <a:pt x="0" y="43561"/>
                    <a:pt x="0" y="2806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30" id="130"/>
          <p:cNvSpPr/>
          <p:nvPr/>
        </p:nvSpPr>
        <p:spPr>
          <a:xfrm rot="249780">
            <a:off x="14246943" y="5632514"/>
            <a:ext cx="22741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1" id="131"/>
          <p:cNvGrpSpPr/>
          <p:nvPr/>
        </p:nvGrpSpPr>
        <p:grpSpPr>
          <a:xfrm rot="0">
            <a:off x="16587216" y="5170932"/>
            <a:ext cx="457200" cy="292608"/>
            <a:chOff x="0" y="0"/>
            <a:chExt cx="609600" cy="39014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609600" cy="390144"/>
            </a:xfrm>
            <a:custGeom>
              <a:avLst/>
              <a:gdLst/>
              <a:ahLst/>
              <a:cxnLst/>
              <a:rect r="r" b="b" t="t" l="l"/>
              <a:pathLst>
                <a:path h="390144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32114" t="0" r="-32114" b="0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19050"/>
              <a:ext cx="609600" cy="409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80"/>
                </a:lnSpc>
              </a:pPr>
              <a:r>
                <a:rPr lang="en-US" sz="1400" b="true">
                  <a:solidFill>
                    <a:srgbClr val="52847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3825728" y="6652260"/>
            <a:ext cx="3218688" cy="548640"/>
            <a:chOff x="0" y="0"/>
            <a:chExt cx="4291584" cy="73152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291584" cy="731520"/>
            </a:xfrm>
            <a:custGeom>
              <a:avLst/>
              <a:gdLst/>
              <a:ahLst/>
              <a:cxnLst/>
              <a:rect r="r" b="b" t="t" l="l"/>
              <a:pathLst>
                <a:path h="731520" w="4291584">
                  <a:moveTo>
                    <a:pt x="0" y="0"/>
                  </a:moveTo>
                  <a:lnTo>
                    <a:pt x="4291584" y="0"/>
                  </a:lnTo>
                  <a:lnTo>
                    <a:pt x="42915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64312" r="0" b="-64312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4291584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 b="true">
                  <a:solidFill>
                    <a:srgbClr val="1717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DORA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3834872" y="7328916"/>
            <a:ext cx="3273552" cy="393192"/>
            <a:chOff x="0" y="0"/>
            <a:chExt cx="4364736" cy="524256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4364736" cy="524256"/>
            </a:xfrm>
            <a:custGeom>
              <a:avLst/>
              <a:gdLst/>
              <a:ahLst/>
              <a:cxnLst/>
              <a:rect r="r" b="b" t="t" l="l"/>
              <a:pathLst>
                <a:path h="524256" w="4364736">
                  <a:moveTo>
                    <a:pt x="0" y="0"/>
                  </a:moveTo>
                  <a:lnTo>
                    <a:pt x="4364736" y="0"/>
                  </a:lnTo>
                  <a:lnTo>
                    <a:pt x="4364736" y="524256"/>
                  </a:lnTo>
                  <a:lnTo>
                    <a:pt x="0" y="52425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12224" r="0" b="-112224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19050"/>
              <a:ext cx="4364736" cy="5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87075"/>
                  </a:solidFill>
                  <a:latin typeface="Poppins"/>
                  <a:ea typeface="Poppins"/>
                  <a:cs typeface="Poppins"/>
                  <a:sym typeface="Poppins"/>
                </a:rPr>
                <a:t>Operational resilience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4158586" y="1272016"/>
            <a:ext cx="269215" cy="222028"/>
            <a:chOff x="0" y="0"/>
            <a:chExt cx="358953" cy="296037"/>
          </a:xfrm>
        </p:grpSpPr>
        <p:sp>
          <p:nvSpPr>
            <p:cNvPr name="Freeform 141" id="141" descr="image.png"/>
            <p:cNvSpPr/>
            <p:nvPr/>
          </p:nvSpPr>
          <p:spPr>
            <a:xfrm flipH="false" flipV="false" rot="0">
              <a:off x="0" y="0"/>
              <a:ext cx="358902" cy="296037"/>
            </a:xfrm>
            <a:custGeom>
              <a:avLst/>
              <a:gdLst/>
              <a:ahLst/>
              <a:cxnLst/>
              <a:rect r="r" b="b" t="t" l="l"/>
              <a:pathLst>
                <a:path h="296037" w="358902">
                  <a:moveTo>
                    <a:pt x="0" y="0"/>
                  </a:moveTo>
                  <a:lnTo>
                    <a:pt x="358902" y="0"/>
                  </a:lnTo>
                  <a:lnTo>
                    <a:pt x="358902" y="296037"/>
                  </a:lnTo>
                  <a:lnTo>
                    <a:pt x="0" y="296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4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F4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6893" y="2371725"/>
            <a:ext cx="4427982" cy="6485382"/>
            <a:chOff x="0" y="0"/>
            <a:chExt cx="5903976" cy="86471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03976" cy="8647176"/>
            </a:xfrm>
            <a:custGeom>
              <a:avLst/>
              <a:gdLst/>
              <a:ahLst/>
              <a:cxnLst/>
              <a:rect r="r" b="b" t="t" l="l"/>
              <a:pathLst>
                <a:path h="8647176" w="5903976">
                  <a:moveTo>
                    <a:pt x="0" y="590423"/>
                  </a:moveTo>
                  <a:cubicBezTo>
                    <a:pt x="0" y="264287"/>
                    <a:pt x="264287" y="0"/>
                    <a:pt x="590423" y="0"/>
                  </a:cubicBezTo>
                  <a:lnTo>
                    <a:pt x="5313553" y="0"/>
                  </a:lnTo>
                  <a:cubicBezTo>
                    <a:pt x="5639562" y="0"/>
                    <a:pt x="5903976" y="264287"/>
                    <a:pt x="5903976" y="590423"/>
                  </a:cubicBezTo>
                  <a:lnTo>
                    <a:pt x="5903976" y="8056753"/>
                  </a:lnTo>
                  <a:cubicBezTo>
                    <a:pt x="5903976" y="8382762"/>
                    <a:pt x="5639689" y="8647176"/>
                    <a:pt x="5313553" y="8647176"/>
                  </a:cubicBezTo>
                  <a:lnTo>
                    <a:pt x="590423" y="8647176"/>
                  </a:lnTo>
                  <a:cubicBezTo>
                    <a:pt x="264287" y="8647176"/>
                    <a:pt x="0" y="8382889"/>
                    <a:pt x="0" y="8056753"/>
                  </a:cubicBezTo>
                  <a:close/>
                </a:path>
              </a:pathLst>
            </a:custGeom>
            <a:solidFill>
              <a:srgbClr val="FFFFFF"/>
            </a:solidFill>
            <a:ln w="11430" cap="sq">
              <a:solidFill>
                <a:srgbClr val="D2DFE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539496" y="2606040"/>
            <a:ext cx="3913632" cy="5257800"/>
            <a:chOff x="0" y="0"/>
            <a:chExt cx="5218176" cy="70104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5218176" cy="7010400"/>
            </a:xfrm>
            <a:custGeom>
              <a:avLst/>
              <a:gdLst/>
              <a:ahLst/>
              <a:cxnLst/>
              <a:rect r="r" b="b" t="t" l="l"/>
              <a:pathLst>
                <a:path h="7010400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7010400"/>
                  </a:lnTo>
                  <a:lnTo>
                    <a:pt x="0" y="701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9496" y="8101584"/>
            <a:ext cx="64008" cy="457200"/>
            <a:chOff x="0" y="0"/>
            <a:chExt cx="85344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44" cy="609600"/>
            </a:xfrm>
            <a:custGeom>
              <a:avLst/>
              <a:gdLst/>
              <a:ahLst/>
              <a:cxnLst/>
              <a:rect r="r" b="b" t="t" l="l"/>
              <a:pathLst>
                <a:path h="609600" w="85344">
                  <a:moveTo>
                    <a:pt x="0" y="0"/>
                  </a:moveTo>
                  <a:lnTo>
                    <a:pt x="85344" y="0"/>
                  </a:lnTo>
                  <a:lnTo>
                    <a:pt x="85344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48757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40664" y="8019288"/>
            <a:ext cx="3730752" cy="338328"/>
            <a:chOff x="0" y="0"/>
            <a:chExt cx="4974336" cy="4511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74336" cy="451104"/>
            </a:xfrm>
            <a:custGeom>
              <a:avLst/>
              <a:gdLst/>
              <a:ahLst/>
              <a:cxnLst/>
              <a:rect r="r" b="b" t="t" l="l"/>
              <a:pathLst>
                <a:path h="451104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451104"/>
                  </a:lnTo>
                  <a:lnTo>
                    <a:pt x="0" y="4511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862" r="0" b="-16486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974336" cy="4606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49" b="true">
                  <a:solidFill>
                    <a:srgbClr val="1E24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SIMONE MATTIOLI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40664" y="8385048"/>
            <a:ext cx="3730752" cy="237744"/>
            <a:chOff x="0" y="0"/>
            <a:chExt cx="4974336" cy="3169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74336" cy="316992"/>
            </a:xfrm>
            <a:custGeom>
              <a:avLst/>
              <a:gdLst/>
              <a:ahLst/>
              <a:cxnLst/>
              <a:rect r="r" b="b" t="t" l="l"/>
              <a:pathLst>
                <a:path h="316992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765" r="0" b="-25576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974336" cy="3360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32"/>
                </a:lnSpc>
              </a:pPr>
              <a:r>
                <a:rPr lang="en-US" sz="1110">
                  <a:solidFill>
                    <a:srgbClr val="365F65"/>
                  </a:solidFill>
                  <a:latin typeface="Poppins"/>
                  <a:ea typeface="Poppins"/>
                  <a:cs typeface="Poppins"/>
                  <a:sym typeface="Poppins"/>
                </a:rPr>
                <a:t>AI &amp; product development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286232" y="0"/>
            <a:ext cx="5001768" cy="10287000"/>
            <a:chOff x="0" y="0"/>
            <a:chExt cx="6669024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6902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669024">
                  <a:moveTo>
                    <a:pt x="0" y="0"/>
                  </a:moveTo>
                  <a:lnTo>
                    <a:pt x="6669024" y="0"/>
                  </a:lnTo>
                  <a:lnTo>
                    <a:pt x="666902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F4F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977765" y="2371725"/>
            <a:ext cx="8332470" cy="6485382"/>
            <a:chOff x="0" y="0"/>
            <a:chExt cx="11109960" cy="86471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109961" cy="8647176"/>
            </a:xfrm>
            <a:custGeom>
              <a:avLst/>
              <a:gdLst/>
              <a:ahLst/>
              <a:cxnLst/>
              <a:rect r="r" b="b" t="t" l="l"/>
              <a:pathLst>
                <a:path h="8647176" w="11109961">
                  <a:moveTo>
                    <a:pt x="0" y="864743"/>
                  </a:moveTo>
                  <a:cubicBezTo>
                    <a:pt x="0" y="387096"/>
                    <a:pt x="387096" y="0"/>
                    <a:pt x="864743" y="0"/>
                  </a:cubicBezTo>
                  <a:lnTo>
                    <a:pt x="10245217" y="0"/>
                  </a:lnTo>
                  <a:cubicBezTo>
                    <a:pt x="10722737" y="0"/>
                    <a:pt x="11109961" y="387096"/>
                    <a:pt x="11109961" y="864743"/>
                  </a:cubicBezTo>
                  <a:lnTo>
                    <a:pt x="11109961" y="7782433"/>
                  </a:lnTo>
                  <a:cubicBezTo>
                    <a:pt x="11109961" y="8259953"/>
                    <a:pt x="10722864" y="8647176"/>
                    <a:pt x="10245217" y="8647176"/>
                  </a:cubicBezTo>
                  <a:lnTo>
                    <a:pt x="864743" y="8647176"/>
                  </a:lnTo>
                  <a:cubicBezTo>
                    <a:pt x="387096" y="8647176"/>
                    <a:pt x="0" y="8260080"/>
                    <a:pt x="0" y="7782433"/>
                  </a:cubicBezTo>
                  <a:close/>
                </a:path>
              </a:pathLst>
            </a:custGeom>
            <a:solidFill>
              <a:srgbClr val="FFFFFF"/>
            </a:solidFill>
            <a:ln w="11430" cap="sq">
              <a:solidFill>
                <a:srgbClr val="D2DFE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573125" y="2371725"/>
            <a:ext cx="4427982" cy="6485382"/>
            <a:chOff x="0" y="0"/>
            <a:chExt cx="5903976" cy="86471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903976" cy="8647176"/>
            </a:xfrm>
            <a:custGeom>
              <a:avLst/>
              <a:gdLst/>
              <a:ahLst/>
              <a:cxnLst/>
              <a:rect r="r" b="b" t="t" l="l"/>
              <a:pathLst>
                <a:path h="8647176" w="5903976">
                  <a:moveTo>
                    <a:pt x="0" y="590423"/>
                  </a:moveTo>
                  <a:cubicBezTo>
                    <a:pt x="0" y="264287"/>
                    <a:pt x="264287" y="0"/>
                    <a:pt x="590423" y="0"/>
                  </a:cubicBezTo>
                  <a:lnTo>
                    <a:pt x="5313553" y="0"/>
                  </a:lnTo>
                  <a:cubicBezTo>
                    <a:pt x="5639562" y="0"/>
                    <a:pt x="5903976" y="264287"/>
                    <a:pt x="5903976" y="590423"/>
                  </a:cubicBezTo>
                  <a:lnTo>
                    <a:pt x="5903976" y="8056753"/>
                  </a:lnTo>
                  <a:cubicBezTo>
                    <a:pt x="5903976" y="8382762"/>
                    <a:pt x="5639689" y="8647176"/>
                    <a:pt x="5313553" y="8647176"/>
                  </a:cubicBezTo>
                  <a:lnTo>
                    <a:pt x="590423" y="8647176"/>
                  </a:lnTo>
                  <a:cubicBezTo>
                    <a:pt x="264287" y="8647176"/>
                    <a:pt x="0" y="8382889"/>
                    <a:pt x="0" y="8056753"/>
                  </a:cubicBezTo>
                  <a:close/>
                </a:path>
              </a:pathLst>
            </a:custGeom>
            <a:solidFill>
              <a:srgbClr val="FFFFFF"/>
            </a:solidFill>
            <a:ln w="11430" cap="sq">
              <a:solidFill>
                <a:srgbClr val="D2DFE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825728" y="2606040"/>
            <a:ext cx="3913632" cy="5257800"/>
            <a:chOff x="0" y="0"/>
            <a:chExt cx="5218176" cy="70104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5218176" cy="7010400"/>
            </a:xfrm>
            <a:custGeom>
              <a:avLst/>
              <a:gdLst/>
              <a:ahLst/>
              <a:cxnLst/>
              <a:rect r="r" b="b" t="t" l="l"/>
              <a:pathLst>
                <a:path h="7010400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7010400"/>
                  </a:lnTo>
                  <a:lnTo>
                    <a:pt x="0" y="701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6" r="0" b="-66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825728" y="8101584"/>
            <a:ext cx="64008" cy="457200"/>
            <a:chOff x="0" y="0"/>
            <a:chExt cx="85344" cy="609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344" cy="609600"/>
            </a:xfrm>
            <a:custGeom>
              <a:avLst/>
              <a:gdLst/>
              <a:ahLst/>
              <a:cxnLst/>
              <a:rect r="r" b="b" t="t" l="l"/>
              <a:pathLst>
                <a:path h="609600" w="85344">
                  <a:moveTo>
                    <a:pt x="0" y="0"/>
                  </a:moveTo>
                  <a:lnTo>
                    <a:pt x="85344" y="0"/>
                  </a:lnTo>
                  <a:lnTo>
                    <a:pt x="85344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48757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026896" y="8019288"/>
            <a:ext cx="3730752" cy="338328"/>
            <a:chOff x="0" y="0"/>
            <a:chExt cx="4974336" cy="4511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74336" cy="451104"/>
            </a:xfrm>
            <a:custGeom>
              <a:avLst/>
              <a:gdLst/>
              <a:ahLst/>
              <a:cxnLst/>
              <a:rect r="r" b="b" t="t" l="l"/>
              <a:pathLst>
                <a:path h="451104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451104"/>
                  </a:lnTo>
                  <a:lnTo>
                    <a:pt x="0" y="4511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862" r="0" b="-16486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4974336" cy="4606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49" b="true">
                  <a:solidFill>
                    <a:srgbClr val="1E24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ANDREAS HERZINGER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26896" y="8385048"/>
            <a:ext cx="3730752" cy="237744"/>
            <a:chOff x="0" y="0"/>
            <a:chExt cx="4974336" cy="3169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74336" cy="316992"/>
            </a:xfrm>
            <a:custGeom>
              <a:avLst/>
              <a:gdLst/>
              <a:ahLst/>
              <a:cxnLst/>
              <a:rect r="r" b="b" t="t" l="l"/>
              <a:pathLst>
                <a:path h="316992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765" r="0" b="-25576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4974336" cy="3360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32"/>
                </a:lnSpc>
              </a:pPr>
              <a:r>
                <a:rPr lang="en-US" sz="1110">
                  <a:solidFill>
                    <a:srgbClr val="365F65"/>
                  </a:solidFill>
                  <a:latin typeface="Poppins"/>
                  <a:ea typeface="Poppins"/>
                  <a:cs typeface="Poppins"/>
                  <a:sym typeface="Poppins"/>
                </a:rPr>
                <a:t>Product &amp; engineering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4027427" y="954576"/>
            <a:ext cx="10233146" cy="693858"/>
          </a:xfrm>
          <a:custGeom>
            <a:avLst/>
            <a:gdLst/>
            <a:ahLst/>
            <a:cxnLst/>
            <a:rect r="r" b="b" t="t" l="l"/>
            <a:pathLst>
              <a:path h="693858" w="10233146">
                <a:moveTo>
                  <a:pt x="0" y="0"/>
                </a:moveTo>
                <a:lnTo>
                  <a:pt x="10233146" y="0"/>
                </a:lnTo>
                <a:lnTo>
                  <a:pt x="10233146" y="693859"/>
                </a:lnTo>
                <a:lnTo>
                  <a:pt x="0" y="6938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4100894" y="1190730"/>
            <a:ext cx="384600" cy="384600"/>
          </a:xfrm>
          <a:custGeom>
            <a:avLst/>
            <a:gdLst/>
            <a:ahLst/>
            <a:cxnLst/>
            <a:rect r="r" b="b" t="t" l="l"/>
            <a:pathLst>
              <a:path h="384600" w="384600">
                <a:moveTo>
                  <a:pt x="0" y="0"/>
                </a:moveTo>
                <a:lnTo>
                  <a:pt x="384600" y="0"/>
                </a:lnTo>
                <a:lnTo>
                  <a:pt x="384600" y="384600"/>
                </a:lnTo>
                <a:lnTo>
                  <a:pt x="0" y="3846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4545644" y="1148715"/>
            <a:ext cx="2067239" cy="36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7"/>
              </a:lnSpc>
            </a:pPr>
            <a:r>
              <a:rPr lang="en-US" sz="1797" b="true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Regulift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589520" y="1190730"/>
            <a:ext cx="1513332" cy="384962"/>
            <a:chOff x="0" y="0"/>
            <a:chExt cx="2017776" cy="513283"/>
          </a:xfrm>
        </p:grpSpPr>
        <p:sp>
          <p:nvSpPr>
            <p:cNvPr name="Freeform 36" id="36">
              <a:hlinkClick r:id="rId9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About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212580" y="1190730"/>
            <a:ext cx="1513332" cy="384962"/>
            <a:chOff x="0" y="0"/>
            <a:chExt cx="2017776" cy="513283"/>
          </a:xfrm>
        </p:grpSpPr>
        <p:sp>
          <p:nvSpPr>
            <p:cNvPr name="Freeform 39" id="39">
              <a:hlinkClick r:id="rId10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Service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835640" y="1190730"/>
            <a:ext cx="1513332" cy="384962"/>
            <a:chOff x="0" y="0"/>
            <a:chExt cx="2017776" cy="513283"/>
          </a:xfrm>
        </p:grpSpPr>
        <p:sp>
          <p:nvSpPr>
            <p:cNvPr name="Freeform 42" id="42">
              <a:hlinkClick r:id="rId11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Team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458700" y="1190730"/>
            <a:ext cx="1513332" cy="384962"/>
            <a:chOff x="0" y="0"/>
            <a:chExt cx="2017776" cy="513283"/>
          </a:xfrm>
        </p:grpSpPr>
        <p:sp>
          <p:nvSpPr>
            <p:cNvPr name="Freeform 45" id="45">
              <a:hlinkClick r:id="rId12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FAFAFA"/>
                  </a:solidFill>
                  <a:latin typeface="Poppins"/>
                  <a:ea typeface="Poppins"/>
                  <a:cs typeface="Poppins"/>
                  <a:sym typeface="Poppins"/>
                </a:rPr>
                <a:t>Conclusion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5715000" y="2687193"/>
            <a:ext cx="10972800" cy="330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99" b="true">
                <a:solidFill>
                  <a:srgbClr val="497078"/>
                </a:solidFill>
                <a:latin typeface="Poppins Bold"/>
                <a:ea typeface="Poppins Bold"/>
                <a:cs typeface="Poppins Bold"/>
                <a:sym typeface="Poppins Bold"/>
              </a:rPr>
              <a:t>GET INVOLVED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367528" y="3333750"/>
            <a:ext cx="7571232" cy="219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5"/>
              </a:lnSpc>
            </a:pPr>
            <a:r>
              <a:rPr lang="en-US" sz="6600" b="true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JOIN EARLY</a:t>
            </a:r>
          </a:p>
          <a:p>
            <a:pPr algn="ctr">
              <a:lnSpc>
                <a:spcPts val="8395"/>
              </a:lnSpc>
            </a:pPr>
            <a:r>
              <a:rPr lang="en-US" sz="6600" b="true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ACCESS.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623560" y="6015609"/>
            <a:ext cx="4114800" cy="412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99" b="true">
                <a:solidFill>
                  <a:srgbClr val="497078"/>
                </a:solidFill>
                <a:latin typeface="Poppins Bold"/>
                <a:ea typeface="Poppins Bold"/>
                <a:cs typeface="Poppins Bold"/>
                <a:sym typeface="Poppins Bold"/>
              </a:rPr>
              <a:t>MORE DETAILS ONLINE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623560" y="6527292"/>
            <a:ext cx="4160520" cy="10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400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See how it works.</a:t>
            </a:r>
          </a:p>
          <a:p>
            <a:pPr algn="l">
              <a:lnSpc>
                <a:spcPts val="3052"/>
              </a:lnSpc>
            </a:pPr>
            <a:r>
              <a:rPr lang="en-US" sz="2400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Explore early access.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623560" y="7762113"/>
            <a:ext cx="4251960" cy="35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8"/>
              </a:lnSpc>
            </a:pPr>
            <a:r>
              <a:rPr lang="en-US" sz="1500" b="true">
                <a:solidFill>
                  <a:srgbClr val="687075"/>
                </a:solidFill>
                <a:latin typeface="Poppins Bold"/>
                <a:ea typeface="Poppins Bold"/>
                <a:cs typeface="Poppins Bold"/>
                <a:sym typeface="Poppins Bold"/>
              </a:rPr>
              <a:t>SCAN OR VISIT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623560" y="8109204"/>
            <a:ext cx="45720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b="true" sz="1899" u="sng">
                <a:solidFill>
                  <a:srgbClr val="497078"/>
                </a:solidFill>
                <a:latin typeface="Poppins Bold"/>
                <a:ea typeface="Poppins Bold"/>
                <a:cs typeface="Poppins Bold"/>
                <a:sym typeface="Poppins Bold"/>
              </a:rPr>
              <a:t>simo-hue.github.io/regulift/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0234927" y="6147559"/>
            <a:ext cx="2344417" cy="2344417"/>
            <a:chOff x="0" y="0"/>
            <a:chExt cx="3125889" cy="312588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125851" cy="3125851"/>
            </a:xfrm>
            <a:custGeom>
              <a:avLst/>
              <a:gdLst/>
              <a:ahLst/>
              <a:cxnLst/>
              <a:rect r="r" b="b" t="t" l="l"/>
              <a:pathLst>
                <a:path h="3125851" w="3125851">
                  <a:moveTo>
                    <a:pt x="0" y="250063"/>
                  </a:moveTo>
                  <a:cubicBezTo>
                    <a:pt x="0" y="112014"/>
                    <a:pt x="112014" y="0"/>
                    <a:pt x="250063" y="0"/>
                  </a:cubicBezTo>
                  <a:lnTo>
                    <a:pt x="2875788" y="0"/>
                  </a:lnTo>
                  <a:cubicBezTo>
                    <a:pt x="3013837" y="0"/>
                    <a:pt x="3125851" y="112014"/>
                    <a:pt x="3125851" y="250063"/>
                  </a:cubicBezTo>
                  <a:lnTo>
                    <a:pt x="3125851" y="2875788"/>
                  </a:lnTo>
                  <a:cubicBezTo>
                    <a:pt x="3125851" y="3013837"/>
                    <a:pt x="3013837" y="3125851"/>
                    <a:pt x="2875788" y="3125851"/>
                  </a:cubicBezTo>
                  <a:lnTo>
                    <a:pt x="250063" y="3125851"/>
                  </a:lnTo>
                  <a:cubicBezTo>
                    <a:pt x="112014" y="3125851"/>
                    <a:pt x="0" y="3013964"/>
                    <a:pt x="0" y="2875788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4E4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0314432" y="6227064"/>
            <a:ext cx="2185416" cy="2185416"/>
            <a:chOff x="0" y="0"/>
            <a:chExt cx="2913888" cy="2913888"/>
          </a:xfrm>
        </p:grpSpPr>
        <p:sp>
          <p:nvSpPr>
            <p:cNvPr name="Freeform 56" id="56" descr="regulift_website_qr.png">
              <a:hlinkClick r:id="rId13" tooltip="https://simo-hue.github.io/regulift/"/>
            </p:cNvPr>
            <p:cNvSpPr/>
            <p:nvPr/>
          </p:nvSpPr>
          <p:spPr>
            <a:xfrm flipH="false" flipV="false" rot="0">
              <a:off x="0" y="0"/>
              <a:ext cx="2913888" cy="2913888"/>
            </a:xfrm>
            <a:custGeom>
              <a:avLst/>
              <a:gdLst/>
              <a:ahLst/>
              <a:cxnLst/>
              <a:rect r="r" b="b" t="t" l="l"/>
              <a:pathLst>
                <a:path h="2913888" w="2913888">
                  <a:moveTo>
                    <a:pt x="0" y="0"/>
                  </a:moveTo>
                  <a:lnTo>
                    <a:pt x="2913888" y="0"/>
                  </a:lnTo>
                  <a:lnTo>
                    <a:pt x="2913888" y="2913888"/>
                  </a:lnTo>
                  <a:lnTo>
                    <a:pt x="0" y="2913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6879824" y="9619488"/>
            <a:ext cx="1042416" cy="347472"/>
            <a:chOff x="0" y="0"/>
            <a:chExt cx="1389888" cy="46329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89888" cy="463296"/>
            </a:xfrm>
            <a:custGeom>
              <a:avLst/>
              <a:gdLst/>
              <a:ahLst/>
              <a:cxnLst/>
              <a:rect r="r" b="b" t="t" l="l"/>
              <a:pathLst>
                <a:path h="463296" w="1389888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1283335" y="0"/>
                  </a:lnTo>
                  <a:cubicBezTo>
                    <a:pt x="1342136" y="0"/>
                    <a:pt x="1389888" y="47752"/>
                    <a:pt x="1389888" y="106553"/>
                  </a:cubicBezTo>
                  <a:lnTo>
                    <a:pt x="1389888" y="356743"/>
                  </a:lnTo>
                  <a:cubicBezTo>
                    <a:pt x="1389888" y="415544"/>
                    <a:pt x="1342136" y="463296"/>
                    <a:pt x="1283335" y="463296"/>
                  </a:cubicBezTo>
                  <a:lnTo>
                    <a:pt x="106553" y="463296"/>
                  </a:lnTo>
                  <a:cubicBezTo>
                    <a:pt x="47752" y="463296"/>
                    <a:pt x="0" y="415544"/>
                    <a:pt x="0" y="356743"/>
                  </a:cubicBezTo>
                  <a:close/>
                </a:path>
              </a:pathLst>
            </a:custGeom>
            <a:solidFill>
              <a:srgbClr val="1D2023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1389888" cy="472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BFBFB"/>
                  </a:solidFill>
                  <a:latin typeface="Poppins"/>
                  <a:ea typeface="Poppins"/>
                  <a:cs typeface="Poppins"/>
                  <a:sym typeface="Poppins"/>
                </a:rPr>
                <a:t>Page 08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158586" y="1272016"/>
            <a:ext cx="269215" cy="222028"/>
            <a:chOff x="0" y="0"/>
            <a:chExt cx="358953" cy="296037"/>
          </a:xfrm>
        </p:grpSpPr>
        <p:sp>
          <p:nvSpPr>
            <p:cNvPr name="Freeform 61" id="61" descr="image.png"/>
            <p:cNvSpPr/>
            <p:nvPr/>
          </p:nvSpPr>
          <p:spPr>
            <a:xfrm flipH="false" flipV="false" rot="0">
              <a:off x="0" y="0"/>
              <a:ext cx="358902" cy="296037"/>
            </a:xfrm>
            <a:custGeom>
              <a:avLst/>
              <a:gdLst/>
              <a:ahLst/>
              <a:cxnLst/>
              <a:rect r="r" b="b" t="t" l="l"/>
              <a:pathLst>
                <a:path h="296037" w="358902">
                  <a:moveTo>
                    <a:pt x="0" y="0"/>
                  </a:moveTo>
                  <a:lnTo>
                    <a:pt x="358902" y="0"/>
                  </a:lnTo>
                  <a:lnTo>
                    <a:pt x="358902" y="296037"/>
                  </a:lnTo>
                  <a:lnTo>
                    <a:pt x="0" y="296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-14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669390" y="1602276"/>
            <a:ext cx="19544485" cy="510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06"/>
              </a:lnSpc>
            </a:pPr>
            <a:r>
              <a:rPr lang="en-US" b="true" sz="37724" spc="-2571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THANKS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3130807"/>
            <a:ext cx="18288000" cy="7156193"/>
            <a:chOff x="0" y="0"/>
            <a:chExt cx="24384000" cy="95415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9541591"/>
            </a:xfrm>
            <a:custGeom>
              <a:avLst/>
              <a:gdLst/>
              <a:ahLst/>
              <a:cxnLst/>
              <a:rect r="r" b="b" t="t" l="l"/>
              <a:pathLst>
                <a:path h="954159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541591"/>
                  </a:lnTo>
                  <a:lnTo>
                    <a:pt x="0" y="9541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0" r="0" b="-4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4027427" y="954576"/>
            <a:ext cx="10233146" cy="693858"/>
          </a:xfrm>
          <a:custGeom>
            <a:avLst/>
            <a:gdLst/>
            <a:ahLst/>
            <a:cxnLst/>
            <a:rect r="r" b="b" t="t" l="l"/>
            <a:pathLst>
              <a:path h="693858" w="10233146">
                <a:moveTo>
                  <a:pt x="0" y="0"/>
                </a:moveTo>
                <a:lnTo>
                  <a:pt x="10233146" y="0"/>
                </a:lnTo>
                <a:lnTo>
                  <a:pt x="10233146" y="693859"/>
                </a:lnTo>
                <a:lnTo>
                  <a:pt x="0" y="6938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00894" y="1190730"/>
            <a:ext cx="384600" cy="384600"/>
          </a:xfrm>
          <a:custGeom>
            <a:avLst/>
            <a:gdLst/>
            <a:ahLst/>
            <a:cxnLst/>
            <a:rect r="r" b="b" t="t" l="l"/>
            <a:pathLst>
              <a:path h="384600" w="384600">
                <a:moveTo>
                  <a:pt x="0" y="0"/>
                </a:moveTo>
                <a:lnTo>
                  <a:pt x="384600" y="0"/>
                </a:lnTo>
                <a:lnTo>
                  <a:pt x="384600" y="384600"/>
                </a:lnTo>
                <a:lnTo>
                  <a:pt x="0" y="384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45644" y="1148715"/>
            <a:ext cx="2067239" cy="36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7"/>
              </a:lnSpc>
            </a:pPr>
            <a:r>
              <a:rPr lang="en-US" sz="1797" b="true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Regulift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589520" y="1190730"/>
            <a:ext cx="1513332" cy="384962"/>
            <a:chOff x="0" y="0"/>
            <a:chExt cx="2017776" cy="513283"/>
          </a:xfrm>
        </p:grpSpPr>
        <p:sp>
          <p:nvSpPr>
            <p:cNvPr name="Freeform 9" id="9">
              <a:hlinkClick r:id="rId7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About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12580" y="1190730"/>
            <a:ext cx="1513332" cy="384962"/>
            <a:chOff x="0" y="0"/>
            <a:chExt cx="2017776" cy="513283"/>
          </a:xfrm>
        </p:grpSpPr>
        <p:sp>
          <p:nvSpPr>
            <p:cNvPr name="Freeform 12" id="12">
              <a:hlinkClick r:id="rId8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Service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35640" y="1190730"/>
            <a:ext cx="1513332" cy="384962"/>
            <a:chOff x="0" y="0"/>
            <a:chExt cx="2017776" cy="513283"/>
          </a:xfrm>
        </p:grpSpPr>
        <p:sp>
          <p:nvSpPr>
            <p:cNvPr name="Freeform 15" id="15">
              <a:hlinkClick r:id="rId9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Team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458700" y="1190730"/>
            <a:ext cx="1513332" cy="384962"/>
            <a:chOff x="0" y="0"/>
            <a:chExt cx="2017776" cy="513283"/>
          </a:xfrm>
        </p:grpSpPr>
        <p:sp>
          <p:nvSpPr>
            <p:cNvPr name="Freeform 18" id="18">
              <a:hlinkClick r:id="rId10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FAFAFA"/>
                  </a:solidFill>
                  <a:latin typeface="Poppins"/>
                  <a:ea typeface="Poppins"/>
                  <a:cs typeface="Poppins"/>
                  <a:sym typeface="Poppins"/>
                </a:rPr>
                <a:t>Conclusion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879824" y="9619488"/>
            <a:ext cx="1042416" cy="347472"/>
            <a:chOff x="0" y="0"/>
            <a:chExt cx="1389888" cy="4632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89888" cy="463296"/>
            </a:xfrm>
            <a:custGeom>
              <a:avLst/>
              <a:gdLst/>
              <a:ahLst/>
              <a:cxnLst/>
              <a:rect r="r" b="b" t="t" l="l"/>
              <a:pathLst>
                <a:path h="463296" w="1389888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1283335" y="0"/>
                  </a:lnTo>
                  <a:cubicBezTo>
                    <a:pt x="1342136" y="0"/>
                    <a:pt x="1389888" y="47752"/>
                    <a:pt x="1389888" y="106553"/>
                  </a:cubicBezTo>
                  <a:lnTo>
                    <a:pt x="1389888" y="356743"/>
                  </a:lnTo>
                  <a:cubicBezTo>
                    <a:pt x="1389888" y="415544"/>
                    <a:pt x="1342136" y="463296"/>
                    <a:pt x="1283335" y="463296"/>
                  </a:cubicBezTo>
                  <a:lnTo>
                    <a:pt x="106553" y="463296"/>
                  </a:lnTo>
                  <a:cubicBezTo>
                    <a:pt x="47752" y="463296"/>
                    <a:pt x="0" y="415544"/>
                    <a:pt x="0" y="356743"/>
                  </a:cubicBezTo>
                  <a:close/>
                </a:path>
              </a:pathLst>
            </a:custGeom>
            <a:solidFill>
              <a:srgbClr val="1D202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389888" cy="472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BFBFB"/>
                  </a:solidFill>
                  <a:latin typeface="Poppins"/>
                  <a:ea typeface="Poppins"/>
                  <a:cs typeface="Poppins"/>
                  <a:sym typeface="Poppins"/>
                </a:rPr>
                <a:t>Page 09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158586" y="1272016"/>
            <a:ext cx="269215" cy="222028"/>
            <a:chOff x="0" y="0"/>
            <a:chExt cx="358953" cy="296037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358902" cy="296037"/>
            </a:xfrm>
            <a:custGeom>
              <a:avLst/>
              <a:gdLst/>
              <a:ahLst/>
              <a:cxnLst/>
              <a:rect r="r" b="b" t="t" l="l"/>
              <a:pathLst>
                <a:path h="296037" w="358902">
                  <a:moveTo>
                    <a:pt x="0" y="0"/>
                  </a:moveTo>
                  <a:lnTo>
                    <a:pt x="358902" y="0"/>
                  </a:lnTo>
                  <a:lnTo>
                    <a:pt x="358902" y="296037"/>
                  </a:lnTo>
                  <a:lnTo>
                    <a:pt x="0" y="296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4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DAHYepigwf8</dc:identifier>
  <dcterms:modified xsi:type="dcterms:W3CDTF">2011-08-01T06:04:30Z</dcterms:modified>
  <cp:revision>1</cp:revision>
  <dc:title>slides.pptx</dc:title>
</cp:coreProperties>
</file>